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40ac17b305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40ac17b305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a08dabb11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a08dabb11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a08dabb1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a08dabb1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a08dabb11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a08dabb11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a08dabb11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a08dabb11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a08dabb11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a08dabb11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a08dabb11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a08dabb11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showMasterSp="0">
  <p:cSld name="Title Slide with Picture">
    <p:spTree>
      <p:nvGrpSpPr>
        <p:cNvPr id="14" name="Shape 14"/>
        <p:cNvGrpSpPr/>
        <p:nvPr/>
      </p:nvGrpSpPr>
      <p:grpSpPr>
        <a:xfrm>
          <a:off x="0" y="0"/>
          <a:ext cx="0" cy="0"/>
          <a:chOff x="0" y="0"/>
          <a:chExt cx="0" cy="0"/>
        </a:xfrm>
      </p:grpSpPr>
      <p:sp>
        <p:nvSpPr>
          <p:cNvPr id="15" name="Google Shape;15;p2"/>
          <p:cNvSpPr txBox="1"/>
          <p:nvPr>
            <p:ph type="ctrTitle"/>
          </p:nvPr>
        </p:nvSpPr>
        <p:spPr>
          <a:xfrm>
            <a:off x="828675" y="1719070"/>
            <a:ext cx="4300500" cy="1664700"/>
          </a:xfrm>
          <a:prstGeom prst="rect">
            <a:avLst/>
          </a:prstGeom>
          <a:noFill/>
          <a:ln>
            <a:noFill/>
          </a:ln>
        </p:spPr>
        <p:txBody>
          <a:bodyPr anchorCtr="0" anchor="ctr" bIns="34275" lIns="0" spcFirstLastPara="1" rIns="0" wrap="square" tIns="34275">
            <a:no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6" name="Google Shape;16;p2"/>
          <p:cNvSpPr txBox="1"/>
          <p:nvPr>
            <p:ph idx="1" type="subTitle"/>
          </p:nvPr>
        </p:nvSpPr>
        <p:spPr>
          <a:xfrm>
            <a:off x="828675" y="3383838"/>
            <a:ext cx="4300500" cy="716700"/>
          </a:xfrm>
          <a:prstGeom prst="rect">
            <a:avLst/>
          </a:prstGeom>
          <a:noFill/>
          <a:ln>
            <a:noFill/>
          </a:ln>
        </p:spPr>
        <p:txBody>
          <a:bodyPr anchorCtr="0" anchor="t" bIns="34275" lIns="0" spcFirstLastPara="1" rIns="0" wrap="square" tIns="34275">
            <a:noAutofit/>
          </a:bodyPr>
          <a:lstStyle>
            <a:lvl1pPr lvl="0" marR="0" rtl="0" algn="l">
              <a:lnSpc>
                <a:spcPct val="90000"/>
              </a:lnSpc>
              <a:spcBef>
                <a:spcPts val="0"/>
              </a:spcBef>
              <a:spcAft>
                <a:spcPts val="0"/>
              </a:spcAft>
              <a:buClr>
                <a:schemeClr val="dk1"/>
              </a:buClr>
              <a:buSzPts val="1400"/>
              <a:buFont typeface="Noto Sans Symbols"/>
              <a:buNone/>
              <a:defRPr b="0" i="0" sz="1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1500"/>
              <a:buFont typeface="Noto Sans Symbols"/>
              <a:buNone/>
              <a:defRPr b="0" i="0" sz="15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400"/>
              <a:buFont typeface="Noto Sans Symbols"/>
              <a:buNone/>
              <a:defRPr b="0" i="0" sz="14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5pPr>
            <a:lvl6pPr lvl="5" marR="0" rtl="0" algn="ctr">
              <a:lnSpc>
                <a:spcPct val="90000"/>
              </a:lnSpc>
              <a:spcBef>
                <a:spcPts val="4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6pPr>
            <a:lvl7pPr lvl="6" marR="0" rtl="0" algn="ctr">
              <a:lnSpc>
                <a:spcPct val="90000"/>
              </a:lnSpc>
              <a:spcBef>
                <a:spcPts val="4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7pPr>
            <a:lvl8pPr lvl="7" marR="0" rtl="0" algn="ctr">
              <a:lnSpc>
                <a:spcPct val="90000"/>
              </a:lnSpc>
              <a:spcBef>
                <a:spcPts val="4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8pPr>
            <a:lvl9pPr lvl="8" marR="0" rtl="0" algn="ctr">
              <a:lnSpc>
                <a:spcPct val="90000"/>
              </a:lnSpc>
              <a:spcBef>
                <a:spcPts val="4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9pPr>
          </a:lstStyle>
          <a:p/>
        </p:txBody>
      </p:sp>
      <p:sp>
        <p:nvSpPr>
          <p:cNvPr descr="An empty placeholder to add an image. Click on the placeholder and select the image that you wish to add." id="17" name="Google Shape;17;p2"/>
          <p:cNvSpPr/>
          <p:nvPr>
            <p:ph idx="2" type="pic"/>
          </p:nvPr>
        </p:nvSpPr>
        <p:spPr>
          <a:xfrm>
            <a:off x="5235797" y="982992"/>
            <a:ext cx="3908100" cy="3156600"/>
          </a:xfrm>
          <a:prstGeom prst="rect">
            <a:avLst/>
          </a:prstGeom>
          <a:solidFill>
            <a:srgbClr val="DED9D6"/>
          </a:solidFill>
          <a:ln>
            <a:noFill/>
          </a:ln>
        </p:spPr>
        <p:txBody>
          <a:bodyPr anchorCtr="0" anchor="t" bIns="34275" lIns="0" spcFirstLastPara="1" rIns="0" wrap="square" tIns="754375">
            <a:noAutofit/>
          </a:bodyPr>
          <a:lstStyle>
            <a:lvl1pPr lvl="0" marR="0" rtl="0" algn="ctr">
              <a:lnSpc>
                <a:spcPct val="90000"/>
              </a:lnSpc>
              <a:spcBef>
                <a:spcPts val="1400"/>
              </a:spcBef>
              <a:spcAft>
                <a:spcPts val="0"/>
              </a:spcAft>
              <a:buClr>
                <a:schemeClr val="dk1"/>
              </a:buClr>
              <a:buSzPts val="1500"/>
              <a:buFont typeface="Noto Sans Symbols"/>
              <a:buNone/>
              <a:defRPr b="0" i="0" sz="15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5pPr>
            <a:lvl6pPr lvl="5"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9pPr>
          </a:lstStyle>
          <a:p/>
        </p:txBody>
      </p:sp>
      <p:sp>
        <p:nvSpPr>
          <p:cNvPr id="18" name="Google Shape;18;p2"/>
          <p:cNvSpPr/>
          <p:nvPr/>
        </p:nvSpPr>
        <p:spPr>
          <a:xfrm>
            <a:off x="0" y="0"/>
            <a:ext cx="9144000" cy="8100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9" name="Google Shape;19;p2"/>
          <p:cNvGrpSpPr/>
          <p:nvPr/>
        </p:nvGrpSpPr>
        <p:grpSpPr>
          <a:xfrm>
            <a:off x="-30" y="857250"/>
            <a:ext cx="9143612" cy="47344"/>
            <a:chOff x="507492" y="1501519"/>
            <a:chExt cx="8129100" cy="63125"/>
          </a:xfrm>
        </p:grpSpPr>
        <p:cxnSp>
          <p:nvCxnSpPr>
            <p:cNvPr id="20" name="Google Shape;20;p2"/>
            <p:cNvCxnSpPr/>
            <p:nvPr/>
          </p:nvCxnSpPr>
          <p:spPr>
            <a:xfrm>
              <a:off x="507492" y="1564644"/>
              <a:ext cx="8129100" cy="0"/>
            </a:xfrm>
            <a:prstGeom prst="straightConnector1">
              <a:avLst/>
            </a:prstGeom>
            <a:noFill/>
            <a:ln cap="flat" cmpd="sng" w="38100">
              <a:solidFill>
                <a:schemeClr val="dk1"/>
              </a:solidFill>
              <a:prstDash val="solid"/>
              <a:miter lim="800000"/>
              <a:headEnd len="sm" w="sm" type="none"/>
              <a:tailEnd len="sm" w="sm" type="none"/>
            </a:ln>
          </p:spPr>
        </p:cxnSp>
        <p:cxnSp>
          <p:nvCxnSpPr>
            <p:cNvPr id="21" name="Google Shape;21;p2"/>
            <p:cNvCxnSpPr/>
            <p:nvPr/>
          </p:nvCxnSpPr>
          <p:spPr>
            <a:xfrm>
              <a:off x="507492" y="1501519"/>
              <a:ext cx="8129100" cy="0"/>
            </a:xfrm>
            <a:prstGeom prst="straightConnector1">
              <a:avLst/>
            </a:prstGeom>
            <a:noFill/>
            <a:ln cap="flat" cmpd="sng" w="12700">
              <a:solidFill>
                <a:schemeClr val="dk1"/>
              </a:solidFill>
              <a:prstDash val="solid"/>
              <a:miter lim="800000"/>
              <a:headEnd len="sm" w="sm" type="none"/>
              <a:tailEnd len="sm" w="sm" type="none"/>
            </a:ln>
          </p:spPr>
        </p:cxnSp>
      </p:grpSp>
      <p:pic>
        <p:nvPicPr>
          <p:cNvPr id="22" name="Google Shape;22;p2"/>
          <p:cNvPicPr preferRelativeResize="0"/>
          <p:nvPr/>
        </p:nvPicPr>
        <p:blipFill rotWithShape="1">
          <a:blip r:embed="rId2">
            <a:alphaModFix/>
          </a:blip>
          <a:srcRect b="0" l="0" r="0" t="0"/>
          <a:stretch/>
        </p:blipFill>
        <p:spPr>
          <a:xfrm>
            <a:off x="994410" y="0"/>
            <a:ext cx="1310643" cy="1719071"/>
          </a:xfrm>
          <a:prstGeom prst="rect">
            <a:avLst/>
          </a:prstGeom>
          <a:noFill/>
          <a:ln>
            <a:noFill/>
          </a:ln>
        </p:spPr>
      </p:pic>
      <p:grpSp>
        <p:nvGrpSpPr>
          <p:cNvPr id="23" name="Google Shape;23;p2"/>
          <p:cNvGrpSpPr/>
          <p:nvPr/>
        </p:nvGrpSpPr>
        <p:grpSpPr>
          <a:xfrm rot="10800000">
            <a:off x="419" y="4234132"/>
            <a:ext cx="9143612" cy="47344"/>
            <a:chOff x="507492" y="1501519"/>
            <a:chExt cx="8129100" cy="63125"/>
          </a:xfrm>
        </p:grpSpPr>
        <p:cxnSp>
          <p:nvCxnSpPr>
            <p:cNvPr id="24" name="Google Shape;24;p2"/>
            <p:cNvCxnSpPr/>
            <p:nvPr/>
          </p:nvCxnSpPr>
          <p:spPr>
            <a:xfrm>
              <a:off x="507492" y="1564644"/>
              <a:ext cx="8129100" cy="0"/>
            </a:xfrm>
            <a:prstGeom prst="straightConnector1">
              <a:avLst/>
            </a:prstGeom>
            <a:noFill/>
            <a:ln cap="flat" cmpd="sng" w="38100">
              <a:solidFill>
                <a:schemeClr val="dk1"/>
              </a:solidFill>
              <a:prstDash val="solid"/>
              <a:miter lim="800000"/>
              <a:headEnd len="sm" w="sm" type="none"/>
              <a:tailEnd len="sm" w="sm" type="none"/>
            </a:ln>
          </p:spPr>
        </p:cxnSp>
        <p:cxnSp>
          <p:nvCxnSpPr>
            <p:cNvPr id="25" name="Google Shape;25;p2"/>
            <p:cNvCxnSpPr/>
            <p:nvPr/>
          </p:nvCxnSpPr>
          <p:spPr>
            <a:xfrm>
              <a:off x="507492" y="1501519"/>
              <a:ext cx="8129100" cy="0"/>
            </a:xfrm>
            <a:prstGeom prst="straightConnector1">
              <a:avLst/>
            </a:prstGeom>
            <a:noFill/>
            <a:ln cap="flat" cmpd="sng" w="12700">
              <a:solidFill>
                <a:schemeClr val="dk1"/>
              </a:solidFill>
              <a:prstDash val="solid"/>
              <a:miter lim="800000"/>
              <a:headEnd len="sm" w="sm" type="none"/>
              <a:tailEnd len="sm" w="sm" type="none"/>
            </a:ln>
          </p:spPr>
        </p:cxnSp>
      </p:grpSp>
      <p:sp>
        <p:nvSpPr>
          <p:cNvPr id="26" name="Google Shape;26;p2"/>
          <p:cNvSpPr/>
          <p:nvPr/>
        </p:nvSpPr>
        <p:spPr>
          <a:xfrm>
            <a:off x="0" y="4333593"/>
            <a:ext cx="9144000" cy="8100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27" name="Google Shape;27;p2"/>
          <p:cNvPicPr preferRelativeResize="0"/>
          <p:nvPr/>
        </p:nvPicPr>
        <p:blipFill>
          <a:blip r:embed="rId3">
            <a:alphaModFix/>
          </a:blip>
          <a:stretch>
            <a:fillRect/>
          </a:stretch>
        </p:blipFill>
        <p:spPr>
          <a:xfrm>
            <a:off x="28575" y="4645072"/>
            <a:ext cx="2276475" cy="46830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828675" y="57150"/>
            <a:ext cx="7485600" cy="822600"/>
          </a:xfrm>
          <a:prstGeom prst="rect">
            <a:avLst/>
          </a:prstGeom>
          <a:noFill/>
          <a:ln>
            <a:noFill/>
          </a:ln>
        </p:spPr>
        <p:txBody>
          <a:bodyPr anchorCtr="0" anchor="b" bIns="34275" lIns="0" spcFirstLastPara="1" rIns="0" wrap="square" tIns="34275">
            <a:noAutofit/>
          </a:bodyPr>
          <a:lstStyle>
            <a:lvl1pPr lvl="0" marR="0" rtl="0" algn="l">
              <a:lnSpc>
                <a:spcPct val="9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30" name="Google Shape;30;p3"/>
          <p:cNvSpPr txBox="1"/>
          <p:nvPr>
            <p:ph idx="1" type="body"/>
          </p:nvPr>
        </p:nvSpPr>
        <p:spPr>
          <a:xfrm>
            <a:off x="828675" y="1200150"/>
            <a:ext cx="7486500" cy="3429000"/>
          </a:xfrm>
          <a:prstGeom prst="rect">
            <a:avLst/>
          </a:prstGeom>
          <a:noFill/>
          <a:ln>
            <a:noFill/>
          </a:ln>
        </p:spPr>
        <p:txBody>
          <a:bodyPr anchorCtr="0" anchor="t" bIns="34275" lIns="0" spcFirstLastPara="1" rIns="0" wrap="square" tIns="34275">
            <a:noAutofit/>
          </a:bodyPr>
          <a:lstStyle>
            <a:lvl1pPr indent="-323850" lvl="0" marL="457200" marR="0" rtl="0" algn="l">
              <a:lnSpc>
                <a:spcPct val="90000"/>
              </a:lnSpc>
              <a:spcBef>
                <a:spcPts val="1400"/>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2pPr>
            <a:lvl3pPr indent="-298450" lvl="2" marL="13716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9pPr>
          </a:lstStyle>
          <a:p/>
        </p:txBody>
      </p:sp>
      <p:sp>
        <p:nvSpPr>
          <p:cNvPr id="31" name="Google Shape;31;p3"/>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32" name="Google Shape;32;p3"/>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33" name="Google Shape;33;p3"/>
          <p:cNvSpPr txBox="1"/>
          <p:nvPr>
            <p:ph idx="12" type="sldNum"/>
          </p:nvPr>
        </p:nvSpPr>
        <p:spPr>
          <a:xfrm>
            <a:off x="7717662" y="57138"/>
            <a:ext cx="1371600" cy="273900"/>
          </a:xfrm>
          <a:prstGeom prst="rect">
            <a:avLst/>
          </a:prstGeom>
          <a:noFill/>
          <a:ln>
            <a:noFill/>
          </a:ln>
        </p:spPr>
        <p:txBody>
          <a:bodyPr anchorCtr="0" anchor="ctr" bIns="34275" lIns="0" spcFirstLastPara="1" rIns="0" wrap="square" tIns="34275">
            <a:noAutofit/>
          </a:bodyPr>
          <a:lstStyle>
            <a:lvl1pPr indent="0" lvl="0" marL="0" marR="0" rtl="0" algn="r">
              <a:spcBef>
                <a:spcPts val="0"/>
              </a:spcBef>
              <a:buNone/>
              <a:defRPr b="0" i="0" sz="900" u="none" cap="none" strike="noStrike">
                <a:solidFill>
                  <a:srgbClr val="3C3632"/>
                </a:solidFill>
                <a:latin typeface="Arial"/>
                <a:ea typeface="Arial"/>
                <a:cs typeface="Arial"/>
                <a:sym typeface="Arial"/>
              </a:defRPr>
            </a:lvl1pPr>
            <a:lvl2pPr indent="0" lvl="1" marL="0" marR="0" rtl="0" algn="r">
              <a:spcBef>
                <a:spcPts val="0"/>
              </a:spcBef>
              <a:buNone/>
              <a:defRPr b="0" i="0" sz="900" u="none" cap="none" strike="noStrike">
                <a:solidFill>
                  <a:srgbClr val="3C3632"/>
                </a:solidFill>
                <a:latin typeface="Arial"/>
                <a:ea typeface="Arial"/>
                <a:cs typeface="Arial"/>
                <a:sym typeface="Arial"/>
              </a:defRPr>
            </a:lvl2pPr>
            <a:lvl3pPr indent="0" lvl="2" marL="0" marR="0" rtl="0" algn="r">
              <a:spcBef>
                <a:spcPts val="0"/>
              </a:spcBef>
              <a:buNone/>
              <a:defRPr b="0" i="0" sz="900" u="none" cap="none" strike="noStrike">
                <a:solidFill>
                  <a:srgbClr val="3C3632"/>
                </a:solidFill>
                <a:latin typeface="Arial"/>
                <a:ea typeface="Arial"/>
                <a:cs typeface="Arial"/>
                <a:sym typeface="Arial"/>
              </a:defRPr>
            </a:lvl3pPr>
            <a:lvl4pPr indent="0" lvl="3" marL="0" marR="0" rtl="0" algn="r">
              <a:spcBef>
                <a:spcPts val="0"/>
              </a:spcBef>
              <a:buNone/>
              <a:defRPr b="0" i="0" sz="900" u="none" cap="none" strike="noStrike">
                <a:solidFill>
                  <a:srgbClr val="3C3632"/>
                </a:solidFill>
                <a:latin typeface="Arial"/>
                <a:ea typeface="Arial"/>
                <a:cs typeface="Arial"/>
                <a:sym typeface="Arial"/>
              </a:defRPr>
            </a:lvl4pPr>
            <a:lvl5pPr indent="0" lvl="4" marL="0" marR="0" rtl="0" algn="r">
              <a:spcBef>
                <a:spcPts val="0"/>
              </a:spcBef>
              <a:buNone/>
              <a:defRPr b="0" i="0" sz="900" u="none" cap="none" strike="noStrike">
                <a:solidFill>
                  <a:srgbClr val="3C3632"/>
                </a:solidFill>
                <a:latin typeface="Arial"/>
                <a:ea typeface="Arial"/>
                <a:cs typeface="Arial"/>
                <a:sym typeface="Arial"/>
              </a:defRPr>
            </a:lvl5pPr>
            <a:lvl6pPr indent="0" lvl="5" marL="0" marR="0" rtl="0" algn="r">
              <a:spcBef>
                <a:spcPts val="0"/>
              </a:spcBef>
              <a:buNone/>
              <a:defRPr b="0" i="0" sz="900" u="none" cap="none" strike="noStrike">
                <a:solidFill>
                  <a:srgbClr val="3C3632"/>
                </a:solidFill>
                <a:latin typeface="Arial"/>
                <a:ea typeface="Arial"/>
                <a:cs typeface="Arial"/>
                <a:sym typeface="Arial"/>
              </a:defRPr>
            </a:lvl6pPr>
            <a:lvl7pPr indent="0" lvl="6" marL="0" marR="0" rtl="0" algn="r">
              <a:spcBef>
                <a:spcPts val="0"/>
              </a:spcBef>
              <a:buNone/>
              <a:defRPr b="0" i="0" sz="900" u="none" cap="none" strike="noStrike">
                <a:solidFill>
                  <a:srgbClr val="3C3632"/>
                </a:solidFill>
                <a:latin typeface="Arial"/>
                <a:ea typeface="Arial"/>
                <a:cs typeface="Arial"/>
                <a:sym typeface="Arial"/>
              </a:defRPr>
            </a:lvl7pPr>
            <a:lvl8pPr indent="0" lvl="7" marL="0" marR="0" rtl="0" algn="r">
              <a:spcBef>
                <a:spcPts val="0"/>
              </a:spcBef>
              <a:buNone/>
              <a:defRPr b="0" i="0" sz="900" u="none" cap="none" strike="noStrike">
                <a:solidFill>
                  <a:srgbClr val="3C3632"/>
                </a:solidFill>
                <a:latin typeface="Arial"/>
                <a:ea typeface="Arial"/>
                <a:cs typeface="Arial"/>
                <a:sym typeface="Arial"/>
              </a:defRPr>
            </a:lvl8pPr>
            <a:lvl9pPr indent="0" lvl="8" marL="0" marR="0" rtl="0" algn="r">
              <a:spcBef>
                <a:spcPts val="0"/>
              </a:spcBef>
              <a:buNone/>
              <a:defRPr b="0" i="0" sz="9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3"/>
          <p:cNvSpPr txBox="1"/>
          <p:nvPr/>
        </p:nvSpPr>
        <p:spPr>
          <a:xfrm>
            <a:off x="7646850" y="-46750"/>
            <a:ext cx="15828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t>CSCE </a:t>
            </a:r>
            <a:r>
              <a:rPr b="1" lang="en" sz="900"/>
              <a:t>2501 -</a:t>
            </a:r>
            <a:r>
              <a:rPr b="1" lang="en" sz="900"/>
              <a:t> Fall 2026</a:t>
            </a:r>
            <a:endParaRPr b="1" sz="9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4"/>
          <p:cNvSpPr txBox="1"/>
          <p:nvPr>
            <p:ph type="title"/>
          </p:nvPr>
        </p:nvSpPr>
        <p:spPr>
          <a:xfrm>
            <a:off x="828675" y="57150"/>
            <a:ext cx="7485600" cy="822600"/>
          </a:xfrm>
          <a:prstGeom prst="rect">
            <a:avLst/>
          </a:prstGeom>
          <a:noFill/>
          <a:ln>
            <a:noFill/>
          </a:ln>
        </p:spPr>
        <p:txBody>
          <a:bodyPr anchorCtr="0" anchor="b" bIns="34275" lIns="0" spcFirstLastPara="1" rIns="0" wrap="square" tIns="34275">
            <a:noAutofit/>
          </a:bodyPr>
          <a:lstStyle>
            <a:lvl1pPr lvl="0" marR="0" rtl="0" algn="l">
              <a:lnSpc>
                <a:spcPct val="9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37" name="Google Shape;37;p4"/>
          <p:cNvSpPr txBox="1"/>
          <p:nvPr>
            <p:ph idx="1" type="body"/>
          </p:nvPr>
        </p:nvSpPr>
        <p:spPr>
          <a:xfrm>
            <a:off x="828675" y="1200150"/>
            <a:ext cx="3686100" cy="3429000"/>
          </a:xfrm>
          <a:prstGeom prst="rect">
            <a:avLst/>
          </a:prstGeom>
          <a:noFill/>
          <a:ln>
            <a:noFill/>
          </a:ln>
        </p:spPr>
        <p:txBody>
          <a:bodyPr anchorCtr="0" anchor="t" bIns="34275" lIns="0" spcFirstLastPara="1" rIns="0" wrap="square" tIns="34275">
            <a:noAutofit/>
          </a:bodyPr>
          <a:lstStyle>
            <a:lvl1pPr indent="-323850" lvl="0" marL="457200" marR="0" rtl="0" algn="l">
              <a:lnSpc>
                <a:spcPct val="90000"/>
              </a:lnSpc>
              <a:spcBef>
                <a:spcPts val="1400"/>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2pPr>
            <a:lvl3pPr indent="-298450" lvl="2" marL="13716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9pPr>
          </a:lstStyle>
          <a:p/>
        </p:txBody>
      </p:sp>
      <p:sp>
        <p:nvSpPr>
          <p:cNvPr id="38" name="Google Shape;38;p4"/>
          <p:cNvSpPr txBox="1"/>
          <p:nvPr>
            <p:ph idx="2" type="body"/>
          </p:nvPr>
        </p:nvSpPr>
        <p:spPr>
          <a:xfrm>
            <a:off x="4629150" y="1200150"/>
            <a:ext cx="3686100" cy="3429000"/>
          </a:xfrm>
          <a:prstGeom prst="rect">
            <a:avLst/>
          </a:prstGeom>
          <a:noFill/>
          <a:ln>
            <a:noFill/>
          </a:ln>
        </p:spPr>
        <p:txBody>
          <a:bodyPr anchorCtr="0" anchor="t" bIns="34275" lIns="0" spcFirstLastPara="1" rIns="0" wrap="square" tIns="34275">
            <a:noAutofit/>
          </a:bodyPr>
          <a:lstStyle>
            <a:lvl1pPr indent="-323850" lvl="0" marL="457200" marR="0" rtl="0" algn="l">
              <a:lnSpc>
                <a:spcPct val="90000"/>
              </a:lnSpc>
              <a:spcBef>
                <a:spcPts val="1400"/>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2pPr>
            <a:lvl3pPr indent="-298450" lvl="2" marL="13716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9pPr>
          </a:lstStyle>
          <a:p/>
        </p:txBody>
      </p:sp>
      <p:sp>
        <p:nvSpPr>
          <p:cNvPr id="39" name="Google Shape;39;p4"/>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40" name="Google Shape;40;p4"/>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41" name="Google Shape;41;p4"/>
          <p:cNvSpPr txBox="1"/>
          <p:nvPr>
            <p:ph idx="12" type="sldNum"/>
          </p:nvPr>
        </p:nvSpPr>
        <p:spPr>
          <a:xfrm>
            <a:off x="7717662" y="57138"/>
            <a:ext cx="1371600" cy="273900"/>
          </a:xfrm>
          <a:prstGeom prst="rect">
            <a:avLst/>
          </a:prstGeom>
          <a:noFill/>
          <a:ln>
            <a:noFill/>
          </a:ln>
        </p:spPr>
        <p:txBody>
          <a:bodyPr anchorCtr="0" anchor="ctr" bIns="34275" lIns="0" spcFirstLastPara="1" rIns="0" wrap="square" tIns="34275">
            <a:noAutofit/>
          </a:bodyPr>
          <a:lstStyle>
            <a:lvl1pPr indent="0" lvl="0" marL="0" marR="0" rtl="0" algn="r">
              <a:spcBef>
                <a:spcPts val="0"/>
              </a:spcBef>
              <a:buNone/>
              <a:defRPr b="0" i="0" sz="900" u="none" cap="none" strike="noStrike">
                <a:solidFill>
                  <a:srgbClr val="3C3632"/>
                </a:solidFill>
                <a:latin typeface="Arial"/>
                <a:ea typeface="Arial"/>
                <a:cs typeface="Arial"/>
                <a:sym typeface="Arial"/>
              </a:defRPr>
            </a:lvl1pPr>
            <a:lvl2pPr indent="0" lvl="1" marL="0" marR="0" rtl="0" algn="r">
              <a:spcBef>
                <a:spcPts val="0"/>
              </a:spcBef>
              <a:buNone/>
              <a:defRPr b="0" i="0" sz="900" u="none" cap="none" strike="noStrike">
                <a:solidFill>
                  <a:srgbClr val="3C3632"/>
                </a:solidFill>
                <a:latin typeface="Arial"/>
                <a:ea typeface="Arial"/>
                <a:cs typeface="Arial"/>
                <a:sym typeface="Arial"/>
              </a:defRPr>
            </a:lvl2pPr>
            <a:lvl3pPr indent="0" lvl="2" marL="0" marR="0" rtl="0" algn="r">
              <a:spcBef>
                <a:spcPts val="0"/>
              </a:spcBef>
              <a:buNone/>
              <a:defRPr b="0" i="0" sz="900" u="none" cap="none" strike="noStrike">
                <a:solidFill>
                  <a:srgbClr val="3C3632"/>
                </a:solidFill>
                <a:latin typeface="Arial"/>
                <a:ea typeface="Arial"/>
                <a:cs typeface="Arial"/>
                <a:sym typeface="Arial"/>
              </a:defRPr>
            </a:lvl3pPr>
            <a:lvl4pPr indent="0" lvl="3" marL="0" marR="0" rtl="0" algn="r">
              <a:spcBef>
                <a:spcPts val="0"/>
              </a:spcBef>
              <a:buNone/>
              <a:defRPr b="0" i="0" sz="900" u="none" cap="none" strike="noStrike">
                <a:solidFill>
                  <a:srgbClr val="3C3632"/>
                </a:solidFill>
                <a:latin typeface="Arial"/>
                <a:ea typeface="Arial"/>
                <a:cs typeface="Arial"/>
                <a:sym typeface="Arial"/>
              </a:defRPr>
            </a:lvl4pPr>
            <a:lvl5pPr indent="0" lvl="4" marL="0" marR="0" rtl="0" algn="r">
              <a:spcBef>
                <a:spcPts val="0"/>
              </a:spcBef>
              <a:buNone/>
              <a:defRPr b="0" i="0" sz="900" u="none" cap="none" strike="noStrike">
                <a:solidFill>
                  <a:srgbClr val="3C3632"/>
                </a:solidFill>
                <a:latin typeface="Arial"/>
                <a:ea typeface="Arial"/>
                <a:cs typeface="Arial"/>
                <a:sym typeface="Arial"/>
              </a:defRPr>
            </a:lvl5pPr>
            <a:lvl6pPr indent="0" lvl="5" marL="0" marR="0" rtl="0" algn="r">
              <a:spcBef>
                <a:spcPts val="0"/>
              </a:spcBef>
              <a:buNone/>
              <a:defRPr b="0" i="0" sz="900" u="none" cap="none" strike="noStrike">
                <a:solidFill>
                  <a:srgbClr val="3C3632"/>
                </a:solidFill>
                <a:latin typeface="Arial"/>
                <a:ea typeface="Arial"/>
                <a:cs typeface="Arial"/>
                <a:sym typeface="Arial"/>
              </a:defRPr>
            </a:lvl6pPr>
            <a:lvl7pPr indent="0" lvl="6" marL="0" marR="0" rtl="0" algn="r">
              <a:spcBef>
                <a:spcPts val="0"/>
              </a:spcBef>
              <a:buNone/>
              <a:defRPr b="0" i="0" sz="900" u="none" cap="none" strike="noStrike">
                <a:solidFill>
                  <a:srgbClr val="3C3632"/>
                </a:solidFill>
                <a:latin typeface="Arial"/>
                <a:ea typeface="Arial"/>
                <a:cs typeface="Arial"/>
                <a:sym typeface="Arial"/>
              </a:defRPr>
            </a:lvl7pPr>
            <a:lvl8pPr indent="0" lvl="7" marL="0" marR="0" rtl="0" algn="r">
              <a:spcBef>
                <a:spcPts val="0"/>
              </a:spcBef>
              <a:buNone/>
              <a:defRPr b="0" i="0" sz="900" u="none" cap="none" strike="noStrike">
                <a:solidFill>
                  <a:srgbClr val="3C3632"/>
                </a:solidFill>
                <a:latin typeface="Arial"/>
                <a:ea typeface="Arial"/>
                <a:cs typeface="Arial"/>
                <a:sym typeface="Arial"/>
              </a:defRPr>
            </a:lvl8pPr>
            <a:lvl9pPr indent="0" lvl="8" marL="0" marR="0" rtl="0" algn="r">
              <a:spcBef>
                <a:spcPts val="0"/>
              </a:spcBef>
              <a:buNone/>
              <a:defRPr b="0" i="0" sz="9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2" name="Shape 42"/>
        <p:cNvGrpSpPr/>
        <p:nvPr/>
      </p:nvGrpSpPr>
      <p:grpSpPr>
        <a:xfrm>
          <a:off x="0" y="0"/>
          <a:ext cx="0" cy="0"/>
          <a:chOff x="0" y="0"/>
          <a:chExt cx="0" cy="0"/>
        </a:xfrm>
      </p:grpSpPr>
      <p:sp>
        <p:nvSpPr>
          <p:cNvPr id="43" name="Google Shape;43;p5"/>
          <p:cNvSpPr txBox="1"/>
          <p:nvPr>
            <p:ph type="title"/>
          </p:nvPr>
        </p:nvSpPr>
        <p:spPr>
          <a:xfrm>
            <a:off x="828675" y="57150"/>
            <a:ext cx="7485600" cy="822600"/>
          </a:xfrm>
          <a:prstGeom prst="rect">
            <a:avLst/>
          </a:prstGeom>
          <a:noFill/>
          <a:ln>
            <a:noFill/>
          </a:ln>
        </p:spPr>
        <p:txBody>
          <a:bodyPr anchorCtr="0" anchor="b" bIns="34275" lIns="0" spcFirstLastPara="1" rIns="0" wrap="square" tIns="34275">
            <a:noAutofit/>
          </a:bodyPr>
          <a:lstStyle>
            <a:lvl1pPr lvl="0" marR="0" rtl="0" algn="l">
              <a:lnSpc>
                <a:spcPct val="9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44" name="Google Shape;44;p5"/>
          <p:cNvSpPr txBox="1"/>
          <p:nvPr>
            <p:ph idx="1" type="body"/>
          </p:nvPr>
        </p:nvSpPr>
        <p:spPr>
          <a:xfrm>
            <a:off x="828675" y="1200150"/>
            <a:ext cx="2547600" cy="3429000"/>
          </a:xfrm>
          <a:prstGeom prst="rect">
            <a:avLst/>
          </a:prstGeom>
          <a:noFill/>
          <a:ln>
            <a:noFill/>
          </a:ln>
        </p:spPr>
        <p:txBody>
          <a:bodyPr anchorCtr="0" anchor="t" bIns="34275" lIns="0" spcFirstLastPara="1" rIns="0" wrap="square" tIns="34275">
            <a:noAutofit/>
          </a:bodyPr>
          <a:lstStyle>
            <a:lvl1pPr indent="-228600" lvl="0" marL="457200" marR="0" rtl="0" algn="l">
              <a:lnSpc>
                <a:spcPct val="90000"/>
              </a:lnSpc>
              <a:spcBef>
                <a:spcPts val="900"/>
              </a:spcBef>
              <a:spcAft>
                <a:spcPts val="0"/>
              </a:spcAft>
              <a:buClr>
                <a:schemeClr val="dk1"/>
              </a:buClr>
              <a:buSzPts val="1400"/>
              <a:buFont typeface="Noto Sans Symbols"/>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100"/>
              <a:buFont typeface="Noto Sans Symbols"/>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900"/>
              <a:buFont typeface="Noto Sans Symbols"/>
              <a:buNone/>
              <a:defRPr b="0" i="0" sz="9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9pPr>
          </a:lstStyle>
          <a:p/>
        </p:txBody>
      </p:sp>
      <p:sp>
        <p:nvSpPr>
          <p:cNvPr descr="An empty placeholder to add an image. Click on the placeholder and select the image that you wish to add." id="45" name="Google Shape;45;p5"/>
          <p:cNvSpPr/>
          <p:nvPr>
            <p:ph idx="2" type="pic"/>
          </p:nvPr>
        </p:nvSpPr>
        <p:spPr>
          <a:xfrm>
            <a:off x="3491003" y="1200149"/>
            <a:ext cx="4823100" cy="3429000"/>
          </a:xfrm>
          <a:prstGeom prst="rect">
            <a:avLst/>
          </a:prstGeom>
          <a:noFill/>
          <a:ln>
            <a:noFill/>
          </a:ln>
        </p:spPr>
        <p:txBody>
          <a:bodyPr anchorCtr="0" anchor="t" bIns="34275" lIns="0" spcFirstLastPara="1" rIns="0" wrap="square" tIns="891525">
            <a:noAutofit/>
          </a:bodyPr>
          <a:lstStyle>
            <a:lvl1pPr lvl="0" marR="0" rtl="0" algn="ctr">
              <a:lnSpc>
                <a:spcPct val="90000"/>
              </a:lnSpc>
              <a:spcBef>
                <a:spcPts val="1400"/>
              </a:spcBef>
              <a:spcAft>
                <a:spcPts val="0"/>
              </a:spcAft>
              <a:buClr>
                <a:schemeClr val="dk1"/>
              </a:buClr>
              <a:buSzPts val="1500"/>
              <a:buFont typeface="Noto Sans Symbols"/>
              <a:buNone/>
              <a:defRPr b="0" i="0" sz="15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100"/>
              <a:buFont typeface="Noto Sans Symbols"/>
              <a:buNone/>
              <a:defRPr b="0" i="0" sz="21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1800"/>
              <a:buFont typeface="Noto Sans Symbols"/>
              <a:buNone/>
              <a:defRPr b="0" i="0" sz="18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500"/>
              <a:buFont typeface="Noto Sans Symbols"/>
              <a:buNone/>
              <a:defRPr b="0" i="0" sz="15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500"/>
              <a:buFont typeface="Noto Sans Symbols"/>
              <a:buNone/>
              <a:defRPr b="0" i="0" sz="1500" u="none" cap="none" strike="noStrike">
                <a:solidFill>
                  <a:schemeClr val="dk1"/>
                </a:solidFill>
                <a:latin typeface="Arial"/>
                <a:ea typeface="Arial"/>
                <a:cs typeface="Arial"/>
                <a:sym typeface="Arial"/>
              </a:defRPr>
            </a:lvl5pPr>
            <a:lvl6pPr lvl="5" marR="0" rtl="0" algn="l">
              <a:lnSpc>
                <a:spcPct val="90000"/>
              </a:lnSpc>
              <a:spcBef>
                <a:spcPts val="400"/>
              </a:spcBef>
              <a:spcAft>
                <a:spcPts val="0"/>
              </a:spcAft>
              <a:buClr>
                <a:schemeClr val="dk1"/>
              </a:buClr>
              <a:buSzPts val="1500"/>
              <a:buFont typeface="Noto Sans Symbols"/>
              <a:buNone/>
              <a:defRPr b="0" i="0" sz="15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500"/>
              <a:buFont typeface="Noto Sans Symbols"/>
              <a:buNone/>
              <a:defRPr b="0" i="0" sz="15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500"/>
              <a:buFont typeface="Noto Sans Symbols"/>
              <a:buNone/>
              <a:defRPr b="0" i="0" sz="15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500"/>
              <a:buFont typeface="Noto Sans Symbols"/>
              <a:buNone/>
              <a:defRPr b="0" i="0" sz="1500" u="none" cap="none" strike="noStrike">
                <a:solidFill>
                  <a:schemeClr val="dk1"/>
                </a:solidFill>
                <a:latin typeface="Arial"/>
                <a:ea typeface="Arial"/>
                <a:cs typeface="Arial"/>
                <a:sym typeface="Arial"/>
              </a:defRPr>
            </a:lvl9pPr>
          </a:lstStyle>
          <a:p/>
        </p:txBody>
      </p:sp>
      <p:sp>
        <p:nvSpPr>
          <p:cNvPr id="46" name="Google Shape;46;p5"/>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47" name="Google Shape;47;p5"/>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48" name="Google Shape;48;p5"/>
          <p:cNvSpPr txBox="1"/>
          <p:nvPr>
            <p:ph idx="12" type="sldNum"/>
          </p:nvPr>
        </p:nvSpPr>
        <p:spPr>
          <a:xfrm>
            <a:off x="7717662" y="57138"/>
            <a:ext cx="1371600" cy="273900"/>
          </a:xfrm>
          <a:prstGeom prst="rect">
            <a:avLst/>
          </a:prstGeom>
          <a:noFill/>
          <a:ln>
            <a:noFill/>
          </a:ln>
        </p:spPr>
        <p:txBody>
          <a:bodyPr anchorCtr="0" anchor="ctr" bIns="34275" lIns="0" spcFirstLastPara="1" rIns="0" wrap="square" tIns="34275">
            <a:noAutofit/>
          </a:bodyPr>
          <a:lstStyle>
            <a:lvl1pPr indent="0" lvl="0" marL="0" marR="0" rtl="0" algn="r">
              <a:spcBef>
                <a:spcPts val="0"/>
              </a:spcBef>
              <a:buNone/>
              <a:defRPr b="0" i="0" sz="900" u="none" cap="none" strike="noStrike">
                <a:solidFill>
                  <a:srgbClr val="3C3632"/>
                </a:solidFill>
                <a:latin typeface="Arial"/>
                <a:ea typeface="Arial"/>
                <a:cs typeface="Arial"/>
                <a:sym typeface="Arial"/>
              </a:defRPr>
            </a:lvl1pPr>
            <a:lvl2pPr indent="0" lvl="1" marL="0" marR="0" rtl="0" algn="r">
              <a:spcBef>
                <a:spcPts val="0"/>
              </a:spcBef>
              <a:buNone/>
              <a:defRPr b="0" i="0" sz="900" u="none" cap="none" strike="noStrike">
                <a:solidFill>
                  <a:srgbClr val="3C3632"/>
                </a:solidFill>
                <a:latin typeface="Arial"/>
                <a:ea typeface="Arial"/>
                <a:cs typeface="Arial"/>
                <a:sym typeface="Arial"/>
              </a:defRPr>
            </a:lvl2pPr>
            <a:lvl3pPr indent="0" lvl="2" marL="0" marR="0" rtl="0" algn="r">
              <a:spcBef>
                <a:spcPts val="0"/>
              </a:spcBef>
              <a:buNone/>
              <a:defRPr b="0" i="0" sz="900" u="none" cap="none" strike="noStrike">
                <a:solidFill>
                  <a:srgbClr val="3C3632"/>
                </a:solidFill>
                <a:latin typeface="Arial"/>
                <a:ea typeface="Arial"/>
                <a:cs typeface="Arial"/>
                <a:sym typeface="Arial"/>
              </a:defRPr>
            </a:lvl3pPr>
            <a:lvl4pPr indent="0" lvl="3" marL="0" marR="0" rtl="0" algn="r">
              <a:spcBef>
                <a:spcPts val="0"/>
              </a:spcBef>
              <a:buNone/>
              <a:defRPr b="0" i="0" sz="900" u="none" cap="none" strike="noStrike">
                <a:solidFill>
                  <a:srgbClr val="3C3632"/>
                </a:solidFill>
                <a:latin typeface="Arial"/>
                <a:ea typeface="Arial"/>
                <a:cs typeface="Arial"/>
                <a:sym typeface="Arial"/>
              </a:defRPr>
            </a:lvl4pPr>
            <a:lvl5pPr indent="0" lvl="4" marL="0" marR="0" rtl="0" algn="r">
              <a:spcBef>
                <a:spcPts val="0"/>
              </a:spcBef>
              <a:buNone/>
              <a:defRPr b="0" i="0" sz="900" u="none" cap="none" strike="noStrike">
                <a:solidFill>
                  <a:srgbClr val="3C3632"/>
                </a:solidFill>
                <a:latin typeface="Arial"/>
                <a:ea typeface="Arial"/>
                <a:cs typeface="Arial"/>
                <a:sym typeface="Arial"/>
              </a:defRPr>
            </a:lvl5pPr>
            <a:lvl6pPr indent="0" lvl="5" marL="0" marR="0" rtl="0" algn="r">
              <a:spcBef>
                <a:spcPts val="0"/>
              </a:spcBef>
              <a:buNone/>
              <a:defRPr b="0" i="0" sz="900" u="none" cap="none" strike="noStrike">
                <a:solidFill>
                  <a:srgbClr val="3C3632"/>
                </a:solidFill>
                <a:latin typeface="Arial"/>
                <a:ea typeface="Arial"/>
                <a:cs typeface="Arial"/>
                <a:sym typeface="Arial"/>
              </a:defRPr>
            </a:lvl6pPr>
            <a:lvl7pPr indent="0" lvl="6" marL="0" marR="0" rtl="0" algn="r">
              <a:spcBef>
                <a:spcPts val="0"/>
              </a:spcBef>
              <a:buNone/>
              <a:defRPr b="0" i="0" sz="900" u="none" cap="none" strike="noStrike">
                <a:solidFill>
                  <a:srgbClr val="3C3632"/>
                </a:solidFill>
                <a:latin typeface="Arial"/>
                <a:ea typeface="Arial"/>
                <a:cs typeface="Arial"/>
                <a:sym typeface="Arial"/>
              </a:defRPr>
            </a:lvl7pPr>
            <a:lvl8pPr indent="0" lvl="7" marL="0" marR="0" rtl="0" algn="r">
              <a:spcBef>
                <a:spcPts val="0"/>
              </a:spcBef>
              <a:buNone/>
              <a:defRPr b="0" i="0" sz="900" u="none" cap="none" strike="noStrike">
                <a:solidFill>
                  <a:srgbClr val="3C3632"/>
                </a:solidFill>
                <a:latin typeface="Arial"/>
                <a:ea typeface="Arial"/>
                <a:cs typeface="Arial"/>
                <a:sym typeface="Arial"/>
              </a:defRPr>
            </a:lvl8pPr>
            <a:lvl9pPr indent="0" lvl="8" marL="0" marR="0" rtl="0" algn="r">
              <a:spcBef>
                <a:spcPts val="0"/>
              </a:spcBef>
              <a:buNone/>
              <a:defRPr b="0" i="0" sz="9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9" name="Shape 49"/>
        <p:cNvGrpSpPr/>
        <p:nvPr/>
      </p:nvGrpSpPr>
      <p:grpSpPr>
        <a:xfrm>
          <a:off x="0" y="0"/>
          <a:ext cx="0" cy="0"/>
          <a:chOff x="0" y="0"/>
          <a:chExt cx="0" cy="0"/>
        </a:xfrm>
      </p:grpSpPr>
      <p:sp>
        <p:nvSpPr>
          <p:cNvPr id="50" name="Google Shape;50;p6"/>
          <p:cNvSpPr/>
          <p:nvPr/>
        </p:nvSpPr>
        <p:spPr>
          <a:xfrm>
            <a:off x="0" y="0"/>
            <a:ext cx="9144000" cy="8100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51" name="Google Shape;51;p6"/>
          <p:cNvPicPr preferRelativeResize="0"/>
          <p:nvPr/>
        </p:nvPicPr>
        <p:blipFill rotWithShape="1">
          <a:blip r:embed="rId2">
            <a:alphaModFix/>
          </a:blip>
          <a:srcRect b="0" l="0" r="0" t="0"/>
          <a:stretch/>
        </p:blipFill>
        <p:spPr>
          <a:xfrm>
            <a:off x="993334" y="0"/>
            <a:ext cx="1310643" cy="1719071"/>
          </a:xfrm>
          <a:prstGeom prst="rect">
            <a:avLst/>
          </a:prstGeom>
          <a:noFill/>
          <a:ln>
            <a:noFill/>
          </a:ln>
        </p:spPr>
      </p:pic>
      <p:sp>
        <p:nvSpPr>
          <p:cNvPr id="52" name="Google Shape;52;p6"/>
          <p:cNvSpPr txBox="1"/>
          <p:nvPr>
            <p:ph type="ctrTitle"/>
          </p:nvPr>
        </p:nvSpPr>
        <p:spPr>
          <a:xfrm>
            <a:off x="828675" y="1719070"/>
            <a:ext cx="7572300" cy="1664700"/>
          </a:xfrm>
          <a:prstGeom prst="rect">
            <a:avLst/>
          </a:prstGeom>
          <a:noFill/>
          <a:ln>
            <a:noFill/>
          </a:ln>
        </p:spPr>
        <p:txBody>
          <a:bodyPr anchorCtr="0" anchor="ctr" bIns="34275" lIns="0" spcFirstLastPara="1" rIns="0" wrap="square" tIns="34275">
            <a:no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3" name="Google Shape;53;p6"/>
          <p:cNvSpPr txBox="1"/>
          <p:nvPr>
            <p:ph idx="1" type="subTitle"/>
          </p:nvPr>
        </p:nvSpPr>
        <p:spPr>
          <a:xfrm>
            <a:off x="828674" y="3383838"/>
            <a:ext cx="7572300" cy="716700"/>
          </a:xfrm>
          <a:prstGeom prst="rect">
            <a:avLst/>
          </a:prstGeom>
          <a:noFill/>
          <a:ln>
            <a:noFill/>
          </a:ln>
        </p:spPr>
        <p:txBody>
          <a:bodyPr anchorCtr="0" anchor="t" bIns="34275" lIns="0" spcFirstLastPara="1" rIns="0" wrap="square" tIns="34275">
            <a:noAutofit/>
          </a:bodyPr>
          <a:lstStyle>
            <a:lvl1pPr lvl="0" marR="0" rtl="0" algn="l">
              <a:lnSpc>
                <a:spcPct val="90000"/>
              </a:lnSpc>
              <a:spcBef>
                <a:spcPts val="0"/>
              </a:spcBef>
              <a:spcAft>
                <a:spcPts val="0"/>
              </a:spcAft>
              <a:buClr>
                <a:schemeClr val="dk1"/>
              </a:buClr>
              <a:buSzPts val="1400"/>
              <a:buFont typeface="Noto Sans Symbols"/>
              <a:buNone/>
              <a:defRPr b="0" i="0" sz="1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1500"/>
              <a:buFont typeface="Noto Sans Symbols"/>
              <a:buNone/>
              <a:defRPr b="0" i="0" sz="15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400"/>
              <a:buFont typeface="Noto Sans Symbols"/>
              <a:buNone/>
              <a:defRPr b="0" i="0" sz="14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5pPr>
            <a:lvl6pPr lvl="5" marR="0" rtl="0" algn="ctr">
              <a:lnSpc>
                <a:spcPct val="90000"/>
              </a:lnSpc>
              <a:spcBef>
                <a:spcPts val="4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6pPr>
            <a:lvl7pPr lvl="6" marR="0" rtl="0" algn="ctr">
              <a:lnSpc>
                <a:spcPct val="90000"/>
              </a:lnSpc>
              <a:spcBef>
                <a:spcPts val="4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7pPr>
            <a:lvl8pPr lvl="7" marR="0" rtl="0" algn="ctr">
              <a:lnSpc>
                <a:spcPct val="90000"/>
              </a:lnSpc>
              <a:spcBef>
                <a:spcPts val="4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8pPr>
            <a:lvl9pPr lvl="8" marR="0" rtl="0" algn="ctr">
              <a:lnSpc>
                <a:spcPct val="90000"/>
              </a:lnSpc>
              <a:spcBef>
                <a:spcPts val="400"/>
              </a:spcBef>
              <a:spcAft>
                <a:spcPts val="0"/>
              </a:spcAft>
              <a:buClr>
                <a:schemeClr val="dk1"/>
              </a:buClr>
              <a:buSzPts val="1200"/>
              <a:buFont typeface="Noto Sans Symbols"/>
              <a:buNone/>
              <a:defRPr b="0" i="0" sz="1200" u="none" cap="none" strike="noStrike">
                <a:solidFill>
                  <a:schemeClr val="dk1"/>
                </a:solidFill>
                <a:latin typeface="Arial"/>
                <a:ea typeface="Arial"/>
                <a:cs typeface="Arial"/>
                <a:sym typeface="Arial"/>
              </a:defRPr>
            </a:lvl9pPr>
          </a:lstStyle>
          <a:p/>
        </p:txBody>
      </p:sp>
      <p:sp>
        <p:nvSpPr>
          <p:cNvPr id="54" name="Google Shape;54;p6"/>
          <p:cNvSpPr/>
          <p:nvPr/>
        </p:nvSpPr>
        <p:spPr>
          <a:xfrm>
            <a:off x="0" y="4333593"/>
            <a:ext cx="9144000" cy="8100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 name="Google Shape;55;p6"/>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DED9D6"/>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6" name="Google Shape;56;p6"/>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DED9D6"/>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7" name="Google Shape;57;p6"/>
          <p:cNvSpPr txBox="1"/>
          <p:nvPr>
            <p:ph idx="12" type="sldNum"/>
          </p:nvPr>
        </p:nvSpPr>
        <p:spPr>
          <a:xfrm>
            <a:off x="7717662" y="57138"/>
            <a:ext cx="1371600" cy="273900"/>
          </a:xfrm>
          <a:prstGeom prst="rect">
            <a:avLst/>
          </a:prstGeom>
          <a:noFill/>
          <a:ln>
            <a:noFill/>
          </a:ln>
        </p:spPr>
        <p:txBody>
          <a:bodyPr anchorCtr="0" anchor="ctr" bIns="34275" lIns="0" spcFirstLastPara="1" rIns="0" wrap="square" tIns="34275">
            <a:noAutofit/>
          </a:bodyPr>
          <a:lstStyle>
            <a:lvl1pPr indent="0" lvl="0" marL="0" marR="0" rtl="0" algn="r">
              <a:spcBef>
                <a:spcPts val="0"/>
              </a:spcBef>
              <a:buNone/>
              <a:defRPr b="0" i="0" sz="900" u="none" cap="none" strike="noStrike">
                <a:solidFill>
                  <a:srgbClr val="DED9D6"/>
                </a:solidFill>
                <a:latin typeface="Arial"/>
                <a:ea typeface="Arial"/>
                <a:cs typeface="Arial"/>
                <a:sym typeface="Arial"/>
              </a:defRPr>
            </a:lvl1pPr>
            <a:lvl2pPr indent="0" lvl="1" marL="0" marR="0" rtl="0" algn="r">
              <a:spcBef>
                <a:spcPts val="0"/>
              </a:spcBef>
              <a:buNone/>
              <a:defRPr b="0" i="0" sz="900" u="none" cap="none" strike="noStrike">
                <a:solidFill>
                  <a:srgbClr val="DED9D6"/>
                </a:solidFill>
                <a:latin typeface="Arial"/>
                <a:ea typeface="Arial"/>
                <a:cs typeface="Arial"/>
                <a:sym typeface="Arial"/>
              </a:defRPr>
            </a:lvl2pPr>
            <a:lvl3pPr indent="0" lvl="2" marL="0" marR="0" rtl="0" algn="r">
              <a:spcBef>
                <a:spcPts val="0"/>
              </a:spcBef>
              <a:buNone/>
              <a:defRPr b="0" i="0" sz="900" u="none" cap="none" strike="noStrike">
                <a:solidFill>
                  <a:srgbClr val="DED9D6"/>
                </a:solidFill>
                <a:latin typeface="Arial"/>
                <a:ea typeface="Arial"/>
                <a:cs typeface="Arial"/>
                <a:sym typeface="Arial"/>
              </a:defRPr>
            </a:lvl3pPr>
            <a:lvl4pPr indent="0" lvl="3" marL="0" marR="0" rtl="0" algn="r">
              <a:spcBef>
                <a:spcPts val="0"/>
              </a:spcBef>
              <a:buNone/>
              <a:defRPr b="0" i="0" sz="900" u="none" cap="none" strike="noStrike">
                <a:solidFill>
                  <a:srgbClr val="DED9D6"/>
                </a:solidFill>
                <a:latin typeface="Arial"/>
                <a:ea typeface="Arial"/>
                <a:cs typeface="Arial"/>
                <a:sym typeface="Arial"/>
              </a:defRPr>
            </a:lvl4pPr>
            <a:lvl5pPr indent="0" lvl="4" marL="0" marR="0" rtl="0" algn="r">
              <a:spcBef>
                <a:spcPts val="0"/>
              </a:spcBef>
              <a:buNone/>
              <a:defRPr b="0" i="0" sz="900" u="none" cap="none" strike="noStrike">
                <a:solidFill>
                  <a:srgbClr val="DED9D6"/>
                </a:solidFill>
                <a:latin typeface="Arial"/>
                <a:ea typeface="Arial"/>
                <a:cs typeface="Arial"/>
                <a:sym typeface="Arial"/>
              </a:defRPr>
            </a:lvl5pPr>
            <a:lvl6pPr indent="0" lvl="5" marL="0" marR="0" rtl="0" algn="r">
              <a:spcBef>
                <a:spcPts val="0"/>
              </a:spcBef>
              <a:buNone/>
              <a:defRPr b="0" i="0" sz="900" u="none" cap="none" strike="noStrike">
                <a:solidFill>
                  <a:srgbClr val="DED9D6"/>
                </a:solidFill>
                <a:latin typeface="Arial"/>
                <a:ea typeface="Arial"/>
                <a:cs typeface="Arial"/>
                <a:sym typeface="Arial"/>
              </a:defRPr>
            </a:lvl6pPr>
            <a:lvl7pPr indent="0" lvl="6" marL="0" marR="0" rtl="0" algn="r">
              <a:spcBef>
                <a:spcPts val="0"/>
              </a:spcBef>
              <a:buNone/>
              <a:defRPr b="0" i="0" sz="900" u="none" cap="none" strike="noStrike">
                <a:solidFill>
                  <a:srgbClr val="DED9D6"/>
                </a:solidFill>
                <a:latin typeface="Arial"/>
                <a:ea typeface="Arial"/>
                <a:cs typeface="Arial"/>
                <a:sym typeface="Arial"/>
              </a:defRPr>
            </a:lvl7pPr>
            <a:lvl8pPr indent="0" lvl="7" marL="0" marR="0" rtl="0" algn="r">
              <a:spcBef>
                <a:spcPts val="0"/>
              </a:spcBef>
              <a:buNone/>
              <a:defRPr b="0" i="0" sz="900" u="none" cap="none" strike="noStrike">
                <a:solidFill>
                  <a:srgbClr val="DED9D6"/>
                </a:solidFill>
                <a:latin typeface="Arial"/>
                <a:ea typeface="Arial"/>
                <a:cs typeface="Arial"/>
                <a:sym typeface="Arial"/>
              </a:defRPr>
            </a:lvl8pPr>
            <a:lvl9pPr indent="0" lvl="8" marL="0" marR="0" rtl="0" algn="r">
              <a:spcBef>
                <a:spcPts val="0"/>
              </a:spcBef>
              <a:buNone/>
              <a:defRPr b="0" i="0" sz="900" u="none" cap="none" strike="noStrike">
                <a:solidFill>
                  <a:srgbClr val="DED9D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58" name="Google Shape;58;p6"/>
          <p:cNvPicPr preferRelativeResize="0"/>
          <p:nvPr/>
        </p:nvPicPr>
        <p:blipFill>
          <a:blip r:embed="rId3">
            <a:alphaModFix/>
          </a:blip>
          <a:stretch>
            <a:fillRect/>
          </a:stretch>
        </p:blipFill>
        <p:spPr>
          <a:xfrm>
            <a:off x="18700" y="4673826"/>
            <a:ext cx="2182150" cy="44889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9" name="Shape 59"/>
        <p:cNvGrpSpPr/>
        <p:nvPr/>
      </p:nvGrpSpPr>
      <p:grpSpPr>
        <a:xfrm>
          <a:off x="0" y="0"/>
          <a:ext cx="0" cy="0"/>
          <a:chOff x="0" y="0"/>
          <a:chExt cx="0" cy="0"/>
        </a:xfrm>
      </p:grpSpPr>
      <p:grpSp>
        <p:nvGrpSpPr>
          <p:cNvPr id="60" name="Google Shape;60;p7"/>
          <p:cNvGrpSpPr/>
          <p:nvPr/>
        </p:nvGrpSpPr>
        <p:grpSpPr>
          <a:xfrm>
            <a:off x="22" y="1885950"/>
            <a:ext cx="9144630" cy="2395526"/>
            <a:chOff x="647385" y="2514600"/>
            <a:chExt cx="10838722" cy="3194035"/>
          </a:xfrm>
        </p:grpSpPr>
        <p:grpSp>
          <p:nvGrpSpPr>
            <p:cNvPr id="61" name="Google Shape;61;p7"/>
            <p:cNvGrpSpPr/>
            <p:nvPr/>
          </p:nvGrpSpPr>
          <p:grpSpPr>
            <a:xfrm>
              <a:off x="647385" y="2514600"/>
              <a:ext cx="10838529" cy="63125"/>
              <a:chOff x="507492" y="1501519"/>
              <a:chExt cx="8129100" cy="63125"/>
            </a:xfrm>
          </p:grpSpPr>
          <p:cxnSp>
            <p:nvCxnSpPr>
              <p:cNvPr id="62" name="Google Shape;62;p7"/>
              <p:cNvCxnSpPr/>
              <p:nvPr/>
            </p:nvCxnSpPr>
            <p:spPr>
              <a:xfrm>
                <a:off x="507492" y="1564644"/>
                <a:ext cx="8129100" cy="0"/>
              </a:xfrm>
              <a:prstGeom prst="straightConnector1">
                <a:avLst/>
              </a:prstGeom>
              <a:noFill/>
              <a:ln cap="flat" cmpd="sng" w="38100">
                <a:solidFill>
                  <a:schemeClr val="dk1"/>
                </a:solidFill>
                <a:prstDash val="solid"/>
                <a:miter lim="800000"/>
                <a:headEnd len="sm" w="sm" type="none"/>
                <a:tailEnd len="sm" w="sm" type="none"/>
              </a:ln>
            </p:spPr>
          </p:cxnSp>
          <p:cxnSp>
            <p:nvCxnSpPr>
              <p:cNvPr id="63" name="Google Shape;63;p7"/>
              <p:cNvCxnSpPr/>
              <p:nvPr/>
            </p:nvCxnSpPr>
            <p:spPr>
              <a:xfrm>
                <a:off x="507492" y="1501519"/>
                <a:ext cx="8129100" cy="0"/>
              </a:xfrm>
              <a:prstGeom prst="straightConnector1">
                <a:avLst/>
              </a:prstGeom>
              <a:noFill/>
              <a:ln cap="flat" cmpd="sng" w="12700">
                <a:solidFill>
                  <a:schemeClr val="dk1"/>
                </a:solidFill>
                <a:prstDash val="solid"/>
                <a:miter lim="800000"/>
                <a:headEnd len="sm" w="sm" type="none"/>
                <a:tailEnd len="sm" w="sm" type="none"/>
              </a:ln>
            </p:spPr>
          </p:cxnSp>
        </p:grpSp>
        <p:sp>
          <p:nvSpPr>
            <p:cNvPr id="64" name="Google Shape;64;p7"/>
            <p:cNvSpPr/>
            <p:nvPr/>
          </p:nvSpPr>
          <p:spPr>
            <a:xfrm>
              <a:off x="647402" y="2640850"/>
              <a:ext cx="10838700" cy="2941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65" name="Google Shape;65;p7"/>
            <p:cNvGrpSpPr/>
            <p:nvPr/>
          </p:nvGrpSpPr>
          <p:grpSpPr>
            <a:xfrm rot="10800000">
              <a:off x="647578" y="5645510"/>
              <a:ext cx="10838529" cy="63125"/>
              <a:chOff x="507492" y="1501519"/>
              <a:chExt cx="8129100" cy="63125"/>
            </a:xfrm>
          </p:grpSpPr>
          <p:cxnSp>
            <p:nvCxnSpPr>
              <p:cNvPr id="66" name="Google Shape;66;p7"/>
              <p:cNvCxnSpPr/>
              <p:nvPr/>
            </p:nvCxnSpPr>
            <p:spPr>
              <a:xfrm>
                <a:off x="507492" y="1564644"/>
                <a:ext cx="8129100" cy="0"/>
              </a:xfrm>
              <a:prstGeom prst="straightConnector1">
                <a:avLst/>
              </a:prstGeom>
              <a:noFill/>
              <a:ln cap="flat" cmpd="sng" w="38100">
                <a:solidFill>
                  <a:schemeClr val="dk1"/>
                </a:solidFill>
                <a:prstDash val="solid"/>
                <a:miter lim="800000"/>
                <a:headEnd len="sm" w="sm" type="none"/>
                <a:tailEnd len="sm" w="sm" type="none"/>
              </a:ln>
            </p:spPr>
          </p:cxnSp>
          <p:cxnSp>
            <p:nvCxnSpPr>
              <p:cNvPr id="67" name="Google Shape;67;p7"/>
              <p:cNvCxnSpPr/>
              <p:nvPr/>
            </p:nvCxnSpPr>
            <p:spPr>
              <a:xfrm>
                <a:off x="507492" y="1501519"/>
                <a:ext cx="8129100" cy="0"/>
              </a:xfrm>
              <a:prstGeom prst="straightConnector1">
                <a:avLst/>
              </a:prstGeom>
              <a:noFill/>
              <a:ln cap="flat" cmpd="sng" w="12700">
                <a:solidFill>
                  <a:schemeClr val="dk1"/>
                </a:solidFill>
                <a:prstDash val="solid"/>
                <a:miter lim="800000"/>
                <a:headEnd len="sm" w="sm" type="none"/>
                <a:tailEnd len="sm" w="sm" type="none"/>
              </a:ln>
            </p:spPr>
          </p:cxnSp>
        </p:grpSp>
      </p:grpSp>
      <p:pic>
        <p:nvPicPr>
          <p:cNvPr id="68" name="Google Shape;68;p7"/>
          <p:cNvPicPr preferRelativeResize="0"/>
          <p:nvPr/>
        </p:nvPicPr>
        <p:blipFill rotWithShape="1">
          <a:blip r:embed="rId2">
            <a:alphaModFix/>
          </a:blip>
          <a:srcRect b="0" l="0" r="0" t="0"/>
          <a:stretch/>
        </p:blipFill>
        <p:spPr>
          <a:xfrm>
            <a:off x="994410" y="0"/>
            <a:ext cx="1337391" cy="2228855"/>
          </a:xfrm>
          <a:prstGeom prst="rect">
            <a:avLst/>
          </a:prstGeom>
          <a:noFill/>
          <a:ln>
            <a:noFill/>
          </a:ln>
        </p:spPr>
      </p:pic>
      <p:sp>
        <p:nvSpPr>
          <p:cNvPr id="69" name="Google Shape;69;p7"/>
          <p:cNvSpPr txBox="1"/>
          <p:nvPr>
            <p:ph type="title"/>
          </p:nvPr>
        </p:nvSpPr>
        <p:spPr>
          <a:xfrm>
            <a:off x="828674" y="2228855"/>
            <a:ext cx="7553400" cy="1263000"/>
          </a:xfrm>
          <a:prstGeom prst="rect">
            <a:avLst/>
          </a:prstGeom>
          <a:noFill/>
          <a:ln>
            <a:noFill/>
          </a:ln>
        </p:spPr>
        <p:txBody>
          <a:bodyPr anchorCtr="0" anchor="ctr" bIns="34275" lIns="0" spcFirstLastPara="1" rIns="0" wrap="square" tIns="34275">
            <a:noAutofit/>
          </a:bodyPr>
          <a:lstStyle>
            <a:lvl1pPr lvl="0" marR="0" rtl="0" algn="l">
              <a:lnSpc>
                <a:spcPct val="90000"/>
              </a:lnSpc>
              <a:spcBef>
                <a:spcPts val="0"/>
              </a:spcBef>
              <a:spcAft>
                <a:spcPts val="0"/>
              </a:spcAft>
              <a:buClr>
                <a:schemeClr val="lt1"/>
              </a:buClr>
              <a:buSzPts val="3300"/>
              <a:buFont typeface="Arial"/>
              <a:buNone/>
              <a:defRPr b="0" i="0" sz="3300" u="none" cap="none" strike="noStrike">
                <a:solidFill>
                  <a:schemeClr val="lt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0" name="Google Shape;70;p7"/>
          <p:cNvSpPr txBox="1"/>
          <p:nvPr>
            <p:ph idx="1" type="body"/>
          </p:nvPr>
        </p:nvSpPr>
        <p:spPr>
          <a:xfrm>
            <a:off x="828674" y="3491967"/>
            <a:ext cx="7553400" cy="382200"/>
          </a:xfrm>
          <a:prstGeom prst="rect">
            <a:avLst/>
          </a:prstGeom>
          <a:noFill/>
          <a:ln>
            <a:noFill/>
          </a:ln>
        </p:spPr>
        <p:txBody>
          <a:bodyPr anchorCtr="0" anchor="t" bIns="34275" lIns="0" spcFirstLastPara="1" rIns="0" wrap="square" tIns="34275">
            <a:noAutofit/>
          </a:bodyPr>
          <a:lstStyle>
            <a:lvl1pPr indent="-228600" lvl="0" marL="457200" marR="0" rtl="0" algn="l">
              <a:lnSpc>
                <a:spcPct val="90000"/>
              </a:lnSpc>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rgbClr val="969391"/>
              </a:buClr>
              <a:buSzPts val="1500"/>
              <a:buFont typeface="Noto Sans Symbols"/>
              <a:buNone/>
              <a:defRPr b="0" i="0" sz="1500" u="none" cap="none" strike="noStrike">
                <a:solidFill>
                  <a:srgbClr val="969391"/>
                </a:solidFill>
                <a:latin typeface="Arial"/>
                <a:ea typeface="Arial"/>
                <a:cs typeface="Arial"/>
                <a:sym typeface="Arial"/>
              </a:defRPr>
            </a:lvl2pPr>
            <a:lvl3pPr indent="-228600" lvl="2" marL="1371600" marR="0" rtl="0" algn="l">
              <a:lnSpc>
                <a:spcPct val="90000"/>
              </a:lnSpc>
              <a:spcBef>
                <a:spcPts val="500"/>
              </a:spcBef>
              <a:spcAft>
                <a:spcPts val="0"/>
              </a:spcAft>
              <a:buClr>
                <a:srgbClr val="969391"/>
              </a:buClr>
              <a:buSzPts val="1400"/>
              <a:buFont typeface="Noto Sans Symbols"/>
              <a:buNone/>
              <a:defRPr b="0" i="0" sz="1400" u="none" cap="none" strike="noStrike">
                <a:solidFill>
                  <a:srgbClr val="969391"/>
                </a:solidFill>
                <a:latin typeface="Arial"/>
                <a:ea typeface="Arial"/>
                <a:cs typeface="Arial"/>
                <a:sym typeface="Arial"/>
              </a:defRPr>
            </a:lvl3pPr>
            <a:lvl4pPr indent="-228600" lvl="3" marL="1828800" marR="0" rtl="0" algn="l">
              <a:lnSpc>
                <a:spcPct val="90000"/>
              </a:lnSpc>
              <a:spcBef>
                <a:spcPts val="500"/>
              </a:spcBef>
              <a:spcAft>
                <a:spcPts val="0"/>
              </a:spcAft>
              <a:buClr>
                <a:srgbClr val="969391"/>
              </a:buClr>
              <a:buSzPts val="1200"/>
              <a:buFont typeface="Noto Sans Symbols"/>
              <a:buNone/>
              <a:defRPr b="0" i="0" sz="1200" u="none" cap="none" strike="noStrike">
                <a:solidFill>
                  <a:srgbClr val="969391"/>
                </a:solidFill>
                <a:latin typeface="Arial"/>
                <a:ea typeface="Arial"/>
                <a:cs typeface="Arial"/>
                <a:sym typeface="Arial"/>
              </a:defRPr>
            </a:lvl4pPr>
            <a:lvl5pPr indent="-228600" lvl="4" marL="2286000" marR="0" rtl="0" algn="l">
              <a:lnSpc>
                <a:spcPct val="90000"/>
              </a:lnSpc>
              <a:spcBef>
                <a:spcPts val="500"/>
              </a:spcBef>
              <a:spcAft>
                <a:spcPts val="0"/>
              </a:spcAft>
              <a:buClr>
                <a:srgbClr val="969391"/>
              </a:buClr>
              <a:buSzPts val="1200"/>
              <a:buFont typeface="Noto Sans Symbols"/>
              <a:buNone/>
              <a:defRPr b="0" i="0" sz="1200" u="none" cap="none" strike="noStrike">
                <a:solidFill>
                  <a:srgbClr val="969391"/>
                </a:solidFill>
                <a:latin typeface="Arial"/>
                <a:ea typeface="Arial"/>
                <a:cs typeface="Arial"/>
                <a:sym typeface="Arial"/>
              </a:defRPr>
            </a:lvl5pPr>
            <a:lvl6pPr indent="-228600" lvl="5" marL="2743200" marR="0" rtl="0" algn="l">
              <a:lnSpc>
                <a:spcPct val="90000"/>
              </a:lnSpc>
              <a:spcBef>
                <a:spcPts val="400"/>
              </a:spcBef>
              <a:spcAft>
                <a:spcPts val="0"/>
              </a:spcAft>
              <a:buClr>
                <a:srgbClr val="969391"/>
              </a:buClr>
              <a:buSzPts val="1200"/>
              <a:buFont typeface="Noto Sans Symbols"/>
              <a:buNone/>
              <a:defRPr b="0" i="0" sz="1200" u="none" cap="none" strike="noStrike">
                <a:solidFill>
                  <a:srgbClr val="969391"/>
                </a:solidFill>
                <a:latin typeface="Arial"/>
                <a:ea typeface="Arial"/>
                <a:cs typeface="Arial"/>
                <a:sym typeface="Arial"/>
              </a:defRPr>
            </a:lvl6pPr>
            <a:lvl7pPr indent="-228600" lvl="6" marL="3200400" marR="0" rtl="0" algn="l">
              <a:lnSpc>
                <a:spcPct val="90000"/>
              </a:lnSpc>
              <a:spcBef>
                <a:spcPts val="400"/>
              </a:spcBef>
              <a:spcAft>
                <a:spcPts val="0"/>
              </a:spcAft>
              <a:buClr>
                <a:srgbClr val="969391"/>
              </a:buClr>
              <a:buSzPts val="1200"/>
              <a:buFont typeface="Noto Sans Symbols"/>
              <a:buNone/>
              <a:defRPr b="0" i="0" sz="1200" u="none" cap="none" strike="noStrike">
                <a:solidFill>
                  <a:srgbClr val="969391"/>
                </a:solidFill>
                <a:latin typeface="Arial"/>
                <a:ea typeface="Arial"/>
                <a:cs typeface="Arial"/>
                <a:sym typeface="Arial"/>
              </a:defRPr>
            </a:lvl7pPr>
            <a:lvl8pPr indent="-228600" lvl="7" marL="3657600" marR="0" rtl="0" algn="l">
              <a:lnSpc>
                <a:spcPct val="90000"/>
              </a:lnSpc>
              <a:spcBef>
                <a:spcPts val="400"/>
              </a:spcBef>
              <a:spcAft>
                <a:spcPts val="0"/>
              </a:spcAft>
              <a:buClr>
                <a:srgbClr val="969391"/>
              </a:buClr>
              <a:buSzPts val="1200"/>
              <a:buFont typeface="Noto Sans Symbols"/>
              <a:buNone/>
              <a:defRPr b="0" i="0" sz="1200" u="none" cap="none" strike="noStrike">
                <a:solidFill>
                  <a:srgbClr val="969391"/>
                </a:solidFill>
                <a:latin typeface="Arial"/>
                <a:ea typeface="Arial"/>
                <a:cs typeface="Arial"/>
                <a:sym typeface="Arial"/>
              </a:defRPr>
            </a:lvl8pPr>
            <a:lvl9pPr indent="-228600" lvl="8" marL="4114800" marR="0" rtl="0" algn="l">
              <a:lnSpc>
                <a:spcPct val="90000"/>
              </a:lnSpc>
              <a:spcBef>
                <a:spcPts val="400"/>
              </a:spcBef>
              <a:spcAft>
                <a:spcPts val="0"/>
              </a:spcAft>
              <a:buClr>
                <a:srgbClr val="969391"/>
              </a:buClr>
              <a:buSzPts val="1200"/>
              <a:buFont typeface="Noto Sans Symbols"/>
              <a:buNone/>
              <a:defRPr b="0" i="0" sz="1200" u="none" cap="none" strike="noStrike">
                <a:solidFill>
                  <a:srgbClr val="969391"/>
                </a:solidFill>
                <a:latin typeface="Arial"/>
                <a:ea typeface="Arial"/>
                <a:cs typeface="Arial"/>
                <a:sym typeface="Arial"/>
              </a:defRPr>
            </a:lvl9pPr>
          </a:lstStyle>
          <a:p/>
        </p:txBody>
      </p:sp>
      <p:sp>
        <p:nvSpPr>
          <p:cNvPr id="71" name="Google Shape;71;p7"/>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72" name="Google Shape;72;p7"/>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73" name="Google Shape;73;p7"/>
          <p:cNvSpPr txBox="1"/>
          <p:nvPr>
            <p:ph idx="12" type="sldNum"/>
          </p:nvPr>
        </p:nvSpPr>
        <p:spPr>
          <a:xfrm>
            <a:off x="7717662" y="57138"/>
            <a:ext cx="1371600" cy="273900"/>
          </a:xfrm>
          <a:prstGeom prst="rect">
            <a:avLst/>
          </a:prstGeom>
          <a:noFill/>
          <a:ln>
            <a:noFill/>
          </a:ln>
        </p:spPr>
        <p:txBody>
          <a:bodyPr anchorCtr="0" anchor="ctr" bIns="34275" lIns="0" spcFirstLastPara="1" rIns="0" wrap="square" tIns="34275">
            <a:noAutofit/>
          </a:bodyPr>
          <a:lstStyle>
            <a:lvl1pPr indent="0" lvl="0" marL="0" marR="0" rtl="0" algn="r">
              <a:spcBef>
                <a:spcPts val="0"/>
              </a:spcBef>
              <a:buNone/>
              <a:defRPr b="0" i="0" sz="900" u="none" cap="none" strike="noStrike">
                <a:solidFill>
                  <a:srgbClr val="3C3632"/>
                </a:solidFill>
                <a:latin typeface="Arial"/>
                <a:ea typeface="Arial"/>
                <a:cs typeface="Arial"/>
                <a:sym typeface="Arial"/>
              </a:defRPr>
            </a:lvl1pPr>
            <a:lvl2pPr indent="0" lvl="1" marL="0" marR="0" rtl="0" algn="r">
              <a:spcBef>
                <a:spcPts val="0"/>
              </a:spcBef>
              <a:buNone/>
              <a:defRPr b="0" i="0" sz="900" u="none" cap="none" strike="noStrike">
                <a:solidFill>
                  <a:srgbClr val="3C3632"/>
                </a:solidFill>
                <a:latin typeface="Arial"/>
                <a:ea typeface="Arial"/>
                <a:cs typeface="Arial"/>
                <a:sym typeface="Arial"/>
              </a:defRPr>
            </a:lvl2pPr>
            <a:lvl3pPr indent="0" lvl="2" marL="0" marR="0" rtl="0" algn="r">
              <a:spcBef>
                <a:spcPts val="0"/>
              </a:spcBef>
              <a:buNone/>
              <a:defRPr b="0" i="0" sz="900" u="none" cap="none" strike="noStrike">
                <a:solidFill>
                  <a:srgbClr val="3C3632"/>
                </a:solidFill>
                <a:latin typeface="Arial"/>
                <a:ea typeface="Arial"/>
                <a:cs typeface="Arial"/>
                <a:sym typeface="Arial"/>
              </a:defRPr>
            </a:lvl3pPr>
            <a:lvl4pPr indent="0" lvl="3" marL="0" marR="0" rtl="0" algn="r">
              <a:spcBef>
                <a:spcPts val="0"/>
              </a:spcBef>
              <a:buNone/>
              <a:defRPr b="0" i="0" sz="900" u="none" cap="none" strike="noStrike">
                <a:solidFill>
                  <a:srgbClr val="3C3632"/>
                </a:solidFill>
                <a:latin typeface="Arial"/>
                <a:ea typeface="Arial"/>
                <a:cs typeface="Arial"/>
                <a:sym typeface="Arial"/>
              </a:defRPr>
            </a:lvl4pPr>
            <a:lvl5pPr indent="0" lvl="4" marL="0" marR="0" rtl="0" algn="r">
              <a:spcBef>
                <a:spcPts val="0"/>
              </a:spcBef>
              <a:buNone/>
              <a:defRPr b="0" i="0" sz="900" u="none" cap="none" strike="noStrike">
                <a:solidFill>
                  <a:srgbClr val="3C3632"/>
                </a:solidFill>
                <a:latin typeface="Arial"/>
                <a:ea typeface="Arial"/>
                <a:cs typeface="Arial"/>
                <a:sym typeface="Arial"/>
              </a:defRPr>
            </a:lvl5pPr>
            <a:lvl6pPr indent="0" lvl="5" marL="0" marR="0" rtl="0" algn="r">
              <a:spcBef>
                <a:spcPts val="0"/>
              </a:spcBef>
              <a:buNone/>
              <a:defRPr b="0" i="0" sz="900" u="none" cap="none" strike="noStrike">
                <a:solidFill>
                  <a:srgbClr val="3C3632"/>
                </a:solidFill>
                <a:latin typeface="Arial"/>
                <a:ea typeface="Arial"/>
                <a:cs typeface="Arial"/>
                <a:sym typeface="Arial"/>
              </a:defRPr>
            </a:lvl6pPr>
            <a:lvl7pPr indent="0" lvl="6" marL="0" marR="0" rtl="0" algn="r">
              <a:spcBef>
                <a:spcPts val="0"/>
              </a:spcBef>
              <a:buNone/>
              <a:defRPr b="0" i="0" sz="900" u="none" cap="none" strike="noStrike">
                <a:solidFill>
                  <a:srgbClr val="3C3632"/>
                </a:solidFill>
                <a:latin typeface="Arial"/>
                <a:ea typeface="Arial"/>
                <a:cs typeface="Arial"/>
                <a:sym typeface="Arial"/>
              </a:defRPr>
            </a:lvl7pPr>
            <a:lvl8pPr indent="0" lvl="7" marL="0" marR="0" rtl="0" algn="r">
              <a:spcBef>
                <a:spcPts val="0"/>
              </a:spcBef>
              <a:buNone/>
              <a:defRPr b="0" i="0" sz="900" u="none" cap="none" strike="noStrike">
                <a:solidFill>
                  <a:srgbClr val="3C3632"/>
                </a:solidFill>
                <a:latin typeface="Arial"/>
                <a:ea typeface="Arial"/>
                <a:cs typeface="Arial"/>
                <a:sym typeface="Arial"/>
              </a:defRPr>
            </a:lvl8pPr>
            <a:lvl9pPr indent="0" lvl="8" marL="0" marR="0" rtl="0" algn="r">
              <a:spcBef>
                <a:spcPts val="0"/>
              </a:spcBef>
              <a:buNone/>
              <a:defRPr b="0" i="0" sz="9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8"/>
          <p:cNvSpPr txBox="1"/>
          <p:nvPr>
            <p:ph type="title"/>
          </p:nvPr>
        </p:nvSpPr>
        <p:spPr>
          <a:xfrm>
            <a:off x="828675" y="57150"/>
            <a:ext cx="7485600" cy="822600"/>
          </a:xfrm>
          <a:prstGeom prst="rect">
            <a:avLst/>
          </a:prstGeom>
          <a:noFill/>
          <a:ln>
            <a:noFill/>
          </a:ln>
        </p:spPr>
        <p:txBody>
          <a:bodyPr anchorCtr="0" anchor="b" bIns="34275" lIns="0" spcFirstLastPara="1" rIns="0" wrap="square" tIns="34275">
            <a:noAutofit/>
          </a:bodyPr>
          <a:lstStyle>
            <a:lvl1pPr lvl="0" marR="0" rtl="0" algn="l">
              <a:lnSpc>
                <a:spcPct val="9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6" name="Google Shape;76;p8"/>
          <p:cNvSpPr txBox="1"/>
          <p:nvPr>
            <p:ph idx="1" type="body"/>
          </p:nvPr>
        </p:nvSpPr>
        <p:spPr>
          <a:xfrm>
            <a:off x="828675" y="1200150"/>
            <a:ext cx="3689700" cy="618000"/>
          </a:xfrm>
          <a:prstGeom prst="rect">
            <a:avLst/>
          </a:prstGeom>
          <a:noFill/>
          <a:ln>
            <a:noFill/>
          </a:ln>
        </p:spPr>
        <p:txBody>
          <a:bodyPr anchorCtr="0" anchor="b" bIns="34275" lIns="0" spcFirstLastPara="1" rIns="0" wrap="square" tIns="34275">
            <a:noAutofit/>
          </a:bodyPr>
          <a:lstStyle>
            <a:lvl1pPr indent="-228600" lvl="0" marL="457200" marR="0" rtl="0" algn="l">
              <a:lnSpc>
                <a:spcPct val="90000"/>
              </a:lnSpc>
              <a:spcBef>
                <a:spcPts val="0"/>
              </a:spcBef>
              <a:spcAft>
                <a:spcPts val="0"/>
              </a:spcAft>
              <a:buClr>
                <a:schemeClr val="dk1"/>
              </a:buClr>
              <a:buSzPts val="1800"/>
              <a:buFont typeface="Noto Sans Symbols"/>
              <a:buNone/>
              <a:defRPr b="1" i="0" sz="18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500"/>
              <a:buFont typeface="Noto Sans Symbols"/>
              <a:buNone/>
              <a:defRPr b="1" i="0" sz="15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Noto Sans Symbols"/>
              <a:buNone/>
              <a:defRPr b="1"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9pPr>
          </a:lstStyle>
          <a:p/>
        </p:txBody>
      </p:sp>
      <p:sp>
        <p:nvSpPr>
          <p:cNvPr id="77" name="Google Shape;77;p8"/>
          <p:cNvSpPr txBox="1"/>
          <p:nvPr>
            <p:ph idx="2" type="body"/>
          </p:nvPr>
        </p:nvSpPr>
        <p:spPr>
          <a:xfrm>
            <a:off x="828675" y="1818084"/>
            <a:ext cx="3689700" cy="2811000"/>
          </a:xfrm>
          <a:prstGeom prst="rect">
            <a:avLst/>
          </a:prstGeom>
          <a:noFill/>
          <a:ln>
            <a:noFill/>
          </a:ln>
        </p:spPr>
        <p:txBody>
          <a:bodyPr anchorCtr="0" anchor="t" bIns="34275" lIns="0" spcFirstLastPara="1" rIns="0" wrap="square" tIns="34275">
            <a:noAutofit/>
          </a:bodyPr>
          <a:lstStyle>
            <a:lvl1pPr indent="-323850" lvl="0" marL="457200" marR="0" rtl="0" algn="l">
              <a:lnSpc>
                <a:spcPct val="90000"/>
              </a:lnSpc>
              <a:spcBef>
                <a:spcPts val="1400"/>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2pPr>
            <a:lvl3pPr indent="-298450" lvl="2" marL="13716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9pPr>
          </a:lstStyle>
          <a:p/>
        </p:txBody>
      </p:sp>
      <p:sp>
        <p:nvSpPr>
          <p:cNvPr id="78" name="Google Shape;78;p8"/>
          <p:cNvSpPr txBox="1"/>
          <p:nvPr>
            <p:ph idx="3" type="body"/>
          </p:nvPr>
        </p:nvSpPr>
        <p:spPr>
          <a:xfrm>
            <a:off x="4624583" y="1200150"/>
            <a:ext cx="3689700" cy="618000"/>
          </a:xfrm>
          <a:prstGeom prst="rect">
            <a:avLst/>
          </a:prstGeom>
          <a:noFill/>
          <a:ln>
            <a:noFill/>
          </a:ln>
        </p:spPr>
        <p:txBody>
          <a:bodyPr anchorCtr="0" anchor="b" bIns="34275" lIns="0" spcFirstLastPara="1" rIns="0" wrap="square" tIns="34275">
            <a:noAutofit/>
          </a:bodyPr>
          <a:lstStyle>
            <a:lvl1pPr indent="-228600" lvl="0" marL="457200" marR="0" rtl="0" algn="l">
              <a:lnSpc>
                <a:spcPct val="90000"/>
              </a:lnSpc>
              <a:spcBef>
                <a:spcPts val="0"/>
              </a:spcBef>
              <a:spcAft>
                <a:spcPts val="0"/>
              </a:spcAft>
              <a:buClr>
                <a:schemeClr val="dk1"/>
              </a:buClr>
              <a:buSzPts val="1800"/>
              <a:buFont typeface="Noto Sans Symbols"/>
              <a:buNone/>
              <a:defRPr b="1" i="0" sz="18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500"/>
              <a:buFont typeface="Noto Sans Symbols"/>
              <a:buNone/>
              <a:defRPr b="1" i="0" sz="15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Noto Sans Symbols"/>
              <a:buNone/>
              <a:defRPr b="1"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1200"/>
              <a:buFont typeface="Noto Sans Symbols"/>
              <a:buNone/>
              <a:defRPr b="1" i="0" sz="1200" u="none" cap="none" strike="noStrike">
                <a:solidFill>
                  <a:schemeClr val="dk1"/>
                </a:solidFill>
                <a:latin typeface="Arial"/>
                <a:ea typeface="Arial"/>
                <a:cs typeface="Arial"/>
                <a:sym typeface="Arial"/>
              </a:defRPr>
            </a:lvl9pPr>
          </a:lstStyle>
          <a:p/>
        </p:txBody>
      </p:sp>
      <p:sp>
        <p:nvSpPr>
          <p:cNvPr id="79" name="Google Shape;79;p8"/>
          <p:cNvSpPr txBox="1"/>
          <p:nvPr>
            <p:ph idx="4" type="body"/>
          </p:nvPr>
        </p:nvSpPr>
        <p:spPr>
          <a:xfrm>
            <a:off x="4624583" y="1818084"/>
            <a:ext cx="3689700" cy="2811000"/>
          </a:xfrm>
          <a:prstGeom prst="rect">
            <a:avLst/>
          </a:prstGeom>
          <a:noFill/>
          <a:ln>
            <a:noFill/>
          </a:ln>
        </p:spPr>
        <p:txBody>
          <a:bodyPr anchorCtr="0" anchor="t" bIns="34275" lIns="0" spcFirstLastPara="1" rIns="0" wrap="square" tIns="34275">
            <a:noAutofit/>
          </a:bodyPr>
          <a:lstStyle>
            <a:lvl1pPr indent="-323850" lvl="0" marL="457200" marR="0" rtl="0" algn="l">
              <a:lnSpc>
                <a:spcPct val="90000"/>
              </a:lnSpc>
              <a:spcBef>
                <a:spcPts val="1400"/>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2pPr>
            <a:lvl3pPr indent="-298450" lvl="2" marL="13716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9pPr>
          </a:lstStyle>
          <a:p/>
        </p:txBody>
      </p:sp>
      <p:sp>
        <p:nvSpPr>
          <p:cNvPr id="80" name="Google Shape;80;p8"/>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81" name="Google Shape;81;p8"/>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82" name="Google Shape;82;p8"/>
          <p:cNvSpPr txBox="1"/>
          <p:nvPr>
            <p:ph idx="12" type="sldNum"/>
          </p:nvPr>
        </p:nvSpPr>
        <p:spPr>
          <a:xfrm>
            <a:off x="7717662" y="57138"/>
            <a:ext cx="1371600" cy="273900"/>
          </a:xfrm>
          <a:prstGeom prst="rect">
            <a:avLst/>
          </a:prstGeom>
          <a:noFill/>
          <a:ln>
            <a:noFill/>
          </a:ln>
        </p:spPr>
        <p:txBody>
          <a:bodyPr anchorCtr="0" anchor="ctr" bIns="34275" lIns="0" spcFirstLastPara="1" rIns="0" wrap="square" tIns="34275">
            <a:noAutofit/>
          </a:bodyPr>
          <a:lstStyle>
            <a:lvl1pPr indent="0" lvl="0" marL="0" marR="0" rtl="0" algn="r">
              <a:spcBef>
                <a:spcPts val="0"/>
              </a:spcBef>
              <a:buNone/>
              <a:defRPr b="0" i="0" sz="900" u="none" cap="none" strike="noStrike">
                <a:solidFill>
                  <a:srgbClr val="3C3632"/>
                </a:solidFill>
                <a:latin typeface="Arial"/>
                <a:ea typeface="Arial"/>
                <a:cs typeface="Arial"/>
                <a:sym typeface="Arial"/>
              </a:defRPr>
            </a:lvl1pPr>
            <a:lvl2pPr indent="0" lvl="1" marL="0" marR="0" rtl="0" algn="r">
              <a:spcBef>
                <a:spcPts val="0"/>
              </a:spcBef>
              <a:buNone/>
              <a:defRPr b="0" i="0" sz="900" u="none" cap="none" strike="noStrike">
                <a:solidFill>
                  <a:srgbClr val="3C3632"/>
                </a:solidFill>
                <a:latin typeface="Arial"/>
                <a:ea typeface="Arial"/>
                <a:cs typeface="Arial"/>
                <a:sym typeface="Arial"/>
              </a:defRPr>
            </a:lvl2pPr>
            <a:lvl3pPr indent="0" lvl="2" marL="0" marR="0" rtl="0" algn="r">
              <a:spcBef>
                <a:spcPts val="0"/>
              </a:spcBef>
              <a:buNone/>
              <a:defRPr b="0" i="0" sz="900" u="none" cap="none" strike="noStrike">
                <a:solidFill>
                  <a:srgbClr val="3C3632"/>
                </a:solidFill>
                <a:latin typeface="Arial"/>
                <a:ea typeface="Arial"/>
                <a:cs typeface="Arial"/>
                <a:sym typeface="Arial"/>
              </a:defRPr>
            </a:lvl3pPr>
            <a:lvl4pPr indent="0" lvl="3" marL="0" marR="0" rtl="0" algn="r">
              <a:spcBef>
                <a:spcPts val="0"/>
              </a:spcBef>
              <a:buNone/>
              <a:defRPr b="0" i="0" sz="900" u="none" cap="none" strike="noStrike">
                <a:solidFill>
                  <a:srgbClr val="3C3632"/>
                </a:solidFill>
                <a:latin typeface="Arial"/>
                <a:ea typeface="Arial"/>
                <a:cs typeface="Arial"/>
                <a:sym typeface="Arial"/>
              </a:defRPr>
            </a:lvl4pPr>
            <a:lvl5pPr indent="0" lvl="4" marL="0" marR="0" rtl="0" algn="r">
              <a:spcBef>
                <a:spcPts val="0"/>
              </a:spcBef>
              <a:buNone/>
              <a:defRPr b="0" i="0" sz="900" u="none" cap="none" strike="noStrike">
                <a:solidFill>
                  <a:srgbClr val="3C3632"/>
                </a:solidFill>
                <a:latin typeface="Arial"/>
                <a:ea typeface="Arial"/>
                <a:cs typeface="Arial"/>
                <a:sym typeface="Arial"/>
              </a:defRPr>
            </a:lvl5pPr>
            <a:lvl6pPr indent="0" lvl="5" marL="0" marR="0" rtl="0" algn="r">
              <a:spcBef>
                <a:spcPts val="0"/>
              </a:spcBef>
              <a:buNone/>
              <a:defRPr b="0" i="0" sz="900" u="none" cap="none" strike="noStrike">
                <a:solidFill>
                  <a:srgbClr val="3C3632"/>
                </a:solidFill>
                <a:latin typeface="Arial"/>
                <a:ea typeface="Arial"/>
                <a:cs typeface="Arial"/>
                <a:sym typeface="Arial"/>
              </a:defRPr>
            </a:lvl6pPr>
            <a:lvl7pPr indent="0" lvl="6" marL="0" marR="0" rtl="0" algn="r">
              <a:spcBef>
                <a:spcPts val="0"/>
              </a:spcBef>
              <a:buNone/>
              <a:defRPr b="0" i="0" sz="900" u="none" cap="none" strike="noStrike">
                <a:solidFill>
                  <a:srgbClr val="3C3632"/>
                </a:solidFill>
                <a:latin typeface="Arial"/>
                <a:ea typeface="Arial"/>
                <a:cs typeface="Arial"/>
                <a:sym typeface="Arial"/>
              </a:defRPr>
            </a:lvl7pPr>
            <a:lvl8pPr indent="0" lvl="7" marL="0" marR="0" rtl="0" algn="r">
              <a:spcBef>
                <a:spcPts val="0"/>
              </a:spcBef>
              <a:buNone/>
              <a:defRPr b="0" i="0" sz="900" u="none" cap="none" strike="noStrike">
                <a:solidFill>
                  <a:srgbClr val="3C3632"/>
                </a:solidFill>
                <a:latin typeface="Arial"/>
                <a:ea typeface="Arial"/>
                <a:cs typeface="Arial"/>
                <a:sym typeface="Arial"/>
              </a:defRPr>
            </a:lvl8pPr>
            <a:lvl9pPr indent="0" lvl="8" marL="0" marR="0" rtl="0" algn="r">
              <a:spcBef>
                <a:spcPts val="0"/>
              </a:spcBef>
              <a:buNone/>
              <a:defRPr b="0" i="0" sz="9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9"/>
          <p:cNvSpPr txBox="1"/>
          <p:nvPr>
            <p:ph type="title"/>
          </p:nvPr>
        </p:nvSpPr>
        <p:spPr>
          <a:xfrm>
            <a:off x="828675" y="57150"/>
            <a:ext cx="7485600" cy="822600"/>
          </a:xfrm>
          <a:prstGeom prst="rect">
            <a:avLst/>
          </a:prstGeom>
          <a:noFill/>
          <a:ln>
            <a:noFill/>
          </a:ln>
        </p:spPr>
        <p:txBody>
          <a:bodyPr anchorCtr="0" anchor="b" bIns="34275" lIns="0" spcFirstLastPara="1" rIns="0" wrap="square" tIns="34275">
            <a:noAutofit/>
          </a:bodyPr>
          <a:lstStyle>
            <a:lvl1pPr lvl="0" marR="0" rtl="0" algn="l">
              <a:lnSpc>
                <a:spcPct val="9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85" name="Google Shape;85;p9"/>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86" name="Google Shape;86;p9"/>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87" name="Google Shape;87;p9"/>
          <p:cNvSpPr txBox="1"/>
          <p:nvPr>
            <p:ph idx="12" type="sldNum"/>
          </p:nvPr>
        </p:nvSpPr>
        <p:spPr>
          <a:xfrm>
            <a:off x="7717662" y="57138"/>
            <a:ext cx="1371600" cy="273900"/>
          </a:xfrm>
          <a:prstGeom prst="rect">
            <a:avLst/>
          </a:prstGeom>
          <a:noFill/>
          <a:ln>
            <a:noFill/>
          </a:ln>
        </p:spPr>
        <p:txBody>
          <a:bodyPr anchorCtr="0" anchor="ctr" bIns="34275" lIns="0" spcFirstLastPara="1" rIns="0" wrap="square" tIns="34275">
            <a:noAutofit/>
          </a:bodyPr>
          <a:lstStyle>
            <a:lvl1pPr indent="0" lvl="0" marL="0" marR="0" rtl="0" algn="r">
              <a:spcBef>
                <a:spcPts val="0"/>
              </a:spcBef>
              <a:buNone/>
              <a:defRPr b="0" i="0" sz="900" u="none" cap="none" strike="noStrike">
                <a:solidFill>
                  <a:srgbClr val="3C3632"/>
                </a:solidFill>
                <a:latin typeface="Arial"/>
                <a:ea typeface="Arial"/>
                <a:cs typeface="Arial"/>
                <a:sym typeface="Arial"/>
              </a:defRPr>
            </a:lvl1pPr>
            <a:lvl2pPr indent="0" lvl="1" marL="0" marR="0" rtl="0" algn="r">
              <a:spcBef>
                <a:spcPts val="0"/>
              </a:spcBef>
              <a:buNone/>
              <a:defRPr b="0" i="0" sz="900" u="none" cap="none" strike="noStrike">
                <a:solidFill>
                  <a:srgbClr val="3C3632"/>
                </a:solidFill>
                <a:latin typeface="Arial"/>
                <a:ea typeface="Arial"/>
                <a:cs typeface="Arial"/>
                <a:sym typeface="Arial"/>
              </a:defRPr>
            </a:lvl2pPr>
            <a:lvl3pPr indent="0" lvl="2" marL="0" marR="0" rtl="0" algn="r">
              <a:spcBef>
                <a:spcPts val="0"/>
              </a:spcBef>
              <a:buNone/>
              <a:defRPr b="0" i="0" sz="900" u="none" cap="none" strike="noStrike">
                <a:solidFill>
                  <a:srgbClr val="3C3632"/>
                </a:solidFill>
                <a:latin typeface="Arial"/>
                <a:ea typeface="Arial"/>
                <a:cs typeface="Arial"/>
                <a:sym typeface="Arial"/>
              </a:defRPr>
            </a:lvl3pPr>
            <a:lvl4pPr indent="0" lvl="3" marL="0" marR="0" rtl="0" algn="r">
              <a:spcBef>
                <a:spcPts val="0"/>
              </a:spcBef>
              <a:buNone/>
              <a:defRPr b="0" i="0" sz="900" u="none" cap="none" strike="noStrike">
                <a:solidFill>
                  <a:srgbClr val="3C3632"/>
                </a:solidFill>
                <a:latin typeface="Arial"/>
                <a:ea typeface="Arial"/>
                <a:cs typeface="Arial"/>
                <a:sym typeface="Arial"/>
              </a:defRPr>
            </a:lvl4pPr>
            <a:lvl5pPr indent="0" lvl="4" marL="0" marR="0" rtl="0" algn="r">
              <a:spcBef>
                <a:spcPts val="0"/>
              </a:spcBef>
              <a:buNone/>
              <a:defRPr b="0" i="0" sz="900" u="none" cap="none" strike="noStrike">
                <a:solidFill>
                  <a:srgbClr val="3C3632"/>
                </a:solidFill>
                <a:latin typeface="Arial"/>
                <a:ea typeface="Arial"/>
                <a:cs typeface="Arial"/>
                <a:sym typeface="Arial"/>
              </a:defRPr>
            </a:lvl5pPr>
            <a:lvl6pPr indent="0" lvl="5" marL="0" marR="0" rtl="0" algn="r">
              <a:spcBef>
                <a:spcPts val="0"/>
              </a:spcBef>
              <a:buNone/>
              <a:defRPr b="0" i="0" sz="900" u="none" cap="none" strike="noStrike">
                <a:solidFill>
                  <a:srgbClr val="3C3632"/>
                </a:solidFill>
                <a:latin typeface="Arial"/>
                <a:ea typeface="Arial"/>
                <a:cs typeface="Arial"/>
                <a:sym typeface="Arial"/>
              </a:defRPr>
            </a:lvl6pPr>
            <a:lvl7pPr indent="0" lvl="6" marL="0" marR="0" rtl="0" algn="r">
              <a:spcBef>
                <a:spcPts val="0"/>
              </a:spcBef>
              <a:buNone/>
              <a:defRPr b="0" i="0" sz="900" u="none" cap="none" strike="noStrike">
                <a:solidFill>
                  <a:srgbClr val="3C3632"/>
                </a:solidFill>
                <a:latin typeface="Arial"/>
                <a:ea typeface="Arial"/>
                <a:cs typeface="Arial"/>
                <a:sym typeface="Arial"/>
              </a:defRPr>
            </a:lvl7pPr>
            <a:lvl8pPr indent="0" lvl="7" marL="0" marR="0" rtl="0" algn="r">
              <a:spcBef>
                <a:spcPts val="0"/>
              </a:spcBef>
              <a:buNone/>
              <a:defRPr b="0" i="0" sz="900" u="none" cap="none" strike="noStrike">
                <a:solidFill>
                  <a:srgbClr val="3C3632"/>
                </a:solidFill>
                <a:latin typeface="Arial"/>
                <a:ea typeface="Arial"/>
                <a:cs typeface="Arial"/>
                <a:sym typeface="Arial"/>
              </a:defRPr>
            </a:lvl8pPr>
            <a:lvl9pPr indent="0" lvl="8" marL="0" marR="0" rtl="0" algn="r">
              <a:spcBef>
                <a:spcPts val="0"/>
              </a:spcBef>
              <a:buNone/>
              <a:defRPr b="0" i="0" sz="9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8" name="Shape 88"/>
        <p:cNvGrpSpPr/>
        <p:nvPr/>
      </p:nvGrpSpPr>
      <p:grpSpPr>
        <a:xfrm>
          <a:off x="0" y="0"/>
          <a:ext cx="0" cy="0"/>
          <a:chOff x="0" y="0"/>
          <a:chExt cx="0" cy="0"/>
        </a:xfrm>
      </p:grpSpPr>
      <p:sp>
        <p:nvSpPr>
          <p:cNvPr id="89" name="Google Shape;89;p10"/>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0" name="Google Shape;90;p10"/>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1" name="Google Shape;91;p10"/>
          <p:cNvSpPr txBox="1"/>
          <p:nvPr>
            <p:ph idx="12" type="sldNum"/>
          </p:nvPr>
        </p:nvSpPr>
        <p:spPr>
          <a:xfrm>
            <a:off x="7717662" y="57138"/>
            <a:ext cx="1371600" cy="273900"/>
          </a:xfrm>
          <a:prstGeom prst="rect">
            <a:avLst/>
          </a:prstGeom>
          <a:noFill/>
          <a:ln>
            <a:noFill/>
          </a:ln>
        </p:spPr>
        <p:txBody>
          <a:bodyPr anchorCtr="0" anchor="ctr" bIns="34275" lIns="0" spcFirstLastPara="1" rIns="0" wrap="square" tIns="34275">
            <a:noAutofit/>
          </a:bodyPr>
          <a:lstStyle>
            <a:lvl1pPr indent="0" lvl="0" marL="0" marR="0" rtl="0" algn="r">
              <a:spcBef>
                <a:spcPts val="0"/>
              </a:spcBef>
              <a:buNone/>
              <a:defRPr b="0" i="0" sz="900" u="none" cap="none" strike="noStrike">
                <a:solidFill>
                  <a:srgbClr val="3C3632"/>
                </a:solidFill>
                <a:latin typeface="Arial"/>
                <a:ea typeface="Arial"/>
                <a:cs typeface="Arial"/>
                <a:sym typeface="Arial"/>
              </a:defRPr>
            </a:lvl1pPr>
            <a:lvl2pPr indent="0" lvl="1" marL="0" marR="0" rtl="0" algn="r">
              <a:spcBef>
                <a:spcPts val="0"/>
              </a:spcBef>
              <a:buNone/>
              <a:defRPr b="0" i="0" sz="900" u="none" cap="none" strike="noStrike">
                <a:solidFill>
                  <a:srgbClr val="3C3632"/>
                </a:solidFill>
                <a:latin typeface="Arial"/>
                <a:ea typeface="Arial"/>
                <a:cs typeface="Arial"/>
                <a:sym typeface="Arial"/>
              </a:defRPr>
            </a:lvl2pPr>
            <a:lvl3pPr indent="0" lvl="2" marL="0" marR="0" rtl="0" algn="r">
              <a:spcBef>
                <a:spcPts val="0"/>
              </a:spcBef>
              <a:buNone/>
              <a:defRPr b="0" i="0" sz="900" u="none" cap="none" strike="noStrike">
                <a:solidFill>
                  <a:srgbClr val="3C3632"/>
                </a:solidFill>
                <a:latin typeface="Arial"/>
                <a:ea typeface="Arial"/>
                <a:cs typeface="Arial"/>
                <a:sym typeface="Arial"/>
              </a:defRPr>
            </a:lvl3pPr>
            <a:lvl4pPr indent="0" lvl="3" marL="0" marR="0" rtl="0" algn="r">
              <a:spcBef>
                <a:spcPts val="0"/>
              </a:spcBef>
              <a:buNone/>
              <a:defRPr b="0" i="0" sz="900" u="none" cap="none" strike="noStrike">
                <a:solidFill>
                  <a:srgbClr val="3C3632"/>
                </a:solidFill>
                <a:latin typeface="Arial"/>
                <a:ea typeface="Arial"/>
                <a:cs typeface="Arial"/>
                <a:sym typeface="Arial"/>
              </a:defRPr>
            </a:lvl4pPr>
            <a:lvl5pPr indent="0" lvl="4" marL="0" marR="0" rtl="0" algn="r">
              <a:spcBef>
                <a:spcPts val="0"/>
              </a:spcBef>
              <a:buNone/>
              <a:defRPr b="0" i="0" sz="900" u="none" cap="none" strike="noStrike">
                <a:solidFill>
                  <a:srgbClr val="3C3632"/>
                </a:solidFill>
                <a:latin typeface="Arial"/>
                <a:ea typeface="Arial"/>
                <a:cs typeface="Arial"/>
                <a:sym typeface="Arial"/>
              </a:defRPr>
            </a:lvl5pPr>
            <a:lvl6pPr indent="0" lvl="5" marL="0" marR="0" rtl="0" algn="r">
              <a:spcBef>
                <a:spcPts val="0"/>
              </a:spcBef>
              <a:buNone/>
              <a:defRPr b="0" i="0" sz="900" u="none" cap="none" strike="noStrike">
                <a:solidFill>
                  <a:srgbClr val="3C3632"/>
                </a:solidFill>
                <a:latin typeface="Arial"/>
                <a:ea typeface="Arial"/>
                <a:cs typeface="Arial"/>
                <a:sym typeface="Arial"/>
              </a:defRPr>
            </a:lvl6pPr>
            <a:lvl7pPr indent="0" lvl="6" marL="0" marR="0" rtl="0" algn="r">
              <a:spcBef>
                <a:spcPts val="0"/>
              </a:spcBef>
              <a:buNone/>
              <a:defRPr b="0" i="0" sz="900" u="none" cap="none" strike="noStrike">
                <a:solidFill>
                  <a:srgbClr val="3C3632"/>
                </a:solidFill>
                <a:latin typeface="Arial"/>
                <a:ea typeface="Arial"/>
                <a:cs typeface="Arial"/>
                <a:sym typeface="Arial"/>
              </a:defRPr>
            </a:lvl7pPr>
            <a:lvl8pPr indent="0" lvl="7" marL="0" marR="0" rtl="0" algn="r">
              <a:spcBef>
                <a:spcPts val="0"/>
              </a:spcBef>
              <a:buNone/>
              <a:defRPr b="0" i="0" sz="900" u="none" cap="none" strike="noStrike">
                <a:solidFill>
                  <a:srgbClr val="3C3632"/>
                </a:solidFill>
                <a:latin typeface="Arial"/>
                <a:ea typeface="Arial"/>
                <a:cs typeface="Arial"/>
                <a:sym typeface="Arial"/>
              </a:defRPr>
            </a:lvl8pPr>
            <a:lvl9pPr indent="0" lvl="8" marL="0" marR="0" rtl="0" algn="r">
              <a:spcBef>
                <a:spcPts val="0"/>
              </a:spcBef>
              <a:buNone/>
              <a:defRPr b="0" i="0" sz="9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2" name="Shape 92"/>
        <p:cNvGrpSpPr/>
        <p:nvPr/>
      </p:nvGrpSpPr>
      <p:grpSpPr>
        <a:xfrm>
          <a:off x="0" y="0"/>
          <a:ext cx="0" cy="0"/>
          <a:chOff x="0" y="0"/>
          <a:chExt cx="0" cy="0"/>
        </a:xfrm>
      </p:grpSpPr>
      <p:sp>
        <p:nvSpPr>
          <p:cNvPr id="93" name="Google Shape;93;p11"/>
          <p:cNvSpPr txBox="1"/>
          <p:nvPr>
            <p:ph type="title"/>
          </p:nvPr>
        </p:nvSpPr>
        <p:spPr>
          <a:xfrm>
            <a:off x="828675" y="57150"/>
            <a:ext cx="7485600" cy="822600"/>
          </a:xfrm>
          <a:prstGeom prst="rect">
            <a:avLst/>
          </a:prstGeom>
          <a:noFill/>
          <a:ln>
            <a:noFill/>
          </a:ln>
        </p:spPr>
        <p:txBody>
          <a:bodyPr anchorCtr="0" anchor="b" bIns="34275" lIns="0" spcFirstLastPara="1" rIns="0" wrap="square" tIns="34275">
            <a:noAutofit/>
          </a:bodyPr>
          <a:lstStyle>
            <a:lvl1pPr lvl="0" marR="0" rtl="0" algn="l">
              <a:lnSpc>
                <a:spcPct val="9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94" name="Google Shape;94;p11"/>
          <p:cNvSpPr txBox="1"/>
          <p:nvPr>
            <p:ph idx="1" type="body"/>
          </p:nvPr>
        </p:nvSpPr>
        <p:spPr>
          <a:xfrm>
            <a:off x="828675" y="1200150"/>
            <a:ext cx="3288300" cy="3429000"/>
          </a:xfrm>
          <a:prstGeom prst="rect">
            <a:avLst/>
          </a:prstGeom>
          <a:noFill/>
          <a:ln>
            <a:noFill/>
          </a:ln>
        </p:spPr>
        <p:txBody>
          <a:bodyPr anchorCtr="0" anchor="t" bIns="34275" lIns="0" spcFirstLastPara="1" rIns="0" wrap="square" tIns="34275">
            <a:noAutofit/>
          </a:bodyPr>
          <a:lstStyle>
            <a:lvl1pPr indent="-228600" lvl="0" marL="457200" marR="0" rtl="0" algn="l">
              <a:lnSpc>
                <a:spcPct val="90000"/>
              </a:lnSpc>
              <a:spcBef>
                <a:spcPts val="900"/>
              </a:spcBef>
              <a:spcAft>
                <a:spcPts val="0"/>
              </a:spcAft>
              <a:buClr>
                <a:schemeClr val="dk1"/>
              </a:buClr>
              <a:buSzPts val="1400"/>
              <a:buFont typeface="Noto Sans Symbols"/>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100"/>
              <a:buFont typeface="Noto Sans Symbols"/>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900"/>
              <a:buFont typeface="Noto Sans Symbols"/>
              <a:buNone/>
              <a:defRPr b="0" i="0" sz="9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800"/>
              <a:buFont typeface="Noto Sans Symbols"/>
              <a:buNone/>
              <a:defRPr b="0" i="0" sz="800" u="none" cap="none" strike="noStrike">
                <a:solidFill>
                  <a:schemeClr val="dk1"/>
                </a:solidFill>
                <a:latin typeface="Arial"/>
                <a:ea typeface="Arial"/>
                <a:cs typeface="Arial"/>
                <a:sym typeface="Arial"/>
              </a:defRPr>
            </a:lvl9pPr>
          </a:lstStyle>
          <a:p/>
        </p:txBody>
      </p:sp>
      <p:sp>
        <p:nvSpPr>
          <p:cNvPr id="95" name="Google Shape;95;p11"/>
          <p:cNvSpPr txBox="1"/>
          <p:nvPr>
            <p:ph idx="2" type="body"/>
          </p:nvPr>
        </p:nvSpPr>
        <p:spPr>
          <a:xfrm>
            <a:off x="4231386" y="1200149"/>
            <a:ext cx="4083900" cy="3429000"/>
          </a:xfrm>
          <a:prstGeom prst="rect">
            <a:avLst/>
          </a:prstGeom>
          <a:noFill/>
          <a:ln>
            <a:noFill/>
          </a:ln>
        </p:spPr>
        <p:txBody>
          <a:bodyPr anchorCtr="0" anchor="t" bIns="34275" lIns="0" spcFirstLastPara="1" rIns="0" wrap="square" tIns="34275">
            <a:noAutofit/>
          </a:bodyPr>
          <a:lstStyle>
            <a:lvl1pPr indent="-323850" lvl="0" marL="457200" marR="0" rtl="0" algn="l">
              <a:lnSpc>
                <a:spcPct val="90000"/>
              </a:lnSpc>
              <a:spcBef>
                <a:spcPts val="1400"/>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5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3pPr>
            <a:lvl4pPr indent="-298450" lvl="3" marL="18288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9pPr>
          </a:lstStyle>
          <a:p/>
        </p:txBody>
      </p:sp>
      <p:sp>
        <p:nvSpPr>
          <p:cNvPr id="96" name="Google Shape;96;p11"/>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7" name="Google Shape;97;p11"/>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8" name="Google Shape;98;p11"/>
          <p:cNvSpPr txBox="1"/>
          <p:nvPr>
            <p:ph idx="12" type="sldNum"/>
          </p:nvPr>
        </p:nvSpPr>
        <p:spPr>
          <a:xfrm>
            <a:off x="7717662" y="57138"/>
            <a:ext cx="1371600" cy="273900"/>
          </a:xfrm>
          <a:prstGeom prst="rect">
            <a:avLst/>
          </a:prstGeom>
          <a:noFill/>
          <a:ln>
            <a:noFill/>
          </a:ln>
        </p:spPr>
        <p:txBody>
          <a:bodyPr anchorCtr="0" anchor="ctr" bIns="34275" lIns="0" spcFirstLastPara="1" rIns="0" wrap="square" tIns="34275">
            <a:noAutofit/>
          </a:bodyPr>
          <a:lstStyle>
            <a:lvl1pPr indent="0" lvl="0" marL="0" marR="0" rtl="0" algn="r">
              <a:spcBef>
                <a:spcPts val="0"/>
              </a:spcBef>
              <a:buNone/>
              <a:defRPr b="0" i="0" sz="900" u="none" cap="none" strike="noStrike">
                <a:solidFill>
                  <a:srgbClr val="3C3632"/>
                </a:solidFill>
                <a:latin typeface="Arial"/>
                <a:ea typeface="Arial"/>
                <a:cs typeface="Arial"/>
                <a:sym typeface="Arial"/>
              </a:defRPr>
            </a:lvl1pPr>
            <a:lvl2pPr indent="0" lvl="1" marL="0" marR="0" rtl="0" algn="r">
              <a:spcBef>
                <a:spcPts val="0"/>
              </a:spcBef>
              <a:buNone/>
              <a:defRPr b="0" i="0" sz="900" u="none" cap="none" strike="noStrike">
                <a:solidFill>
                  <a:srgbClr val="3C3632"/>
                </a:solidFill>
                <a:latin typeface="Arial"/>
                <a:ea typeface="Arial"/>
                <a:cs typeface="Arial"/>
                <a:sym typeface="Arial"/>
              </a:defRPr>
            </a:lvl2pPr>
            <a:lvl3pPr indent="0" lvl="2" marL="0" marR="0" rtl="0" algn="r">
              <a:spcBef>
                <a:spcPts val="0"/>
              </a:spcBef>
              <a:buNone/>
              <a:defRPr b="0" i="0" sz="900" u="none" cap="none" strike="noStrike">
                <a:solidFill>
                  <a:srgbClr val="3C3632"/>
                </a:solidFill>
                <a:latin typeface="Arial"/>
                <a:ea typeface="Arial"/>
                <a:cs typeface="Arial"/>
                <a:sym typeface="Arial"/>
              </a:defRPr>
            </a:lvl3pPr>
            <a:lvl4pPr indent="0" lvl="3" marL="0" marR="0" rtl="0" algn="r">
              <a:spcBef>
                <a:spcPts val="0"/>
              </a:spcBef>
              <a:buNone/>
              <a:defRPr b="0" i="0" sz="900" u="none" cap="none" strike="noStrike">
                <a:solidFill>
                  <a:srgbClr val="3C3632"/>
                </a:solidFill>
                <a:latin typeface="Arial"/>
                <a:ea typeface="Arial"/>
                <a:cs typeface="Arial"/>
                <a:sym typeface="Arial"/>
              </a:defRPr>
            </a:lvl4pPr>
            <a:lvl5pPr indent="0" lvl="4" marL="0" marR="0" rtl="0" algn="r">
              <a:spcBef>
                <a:spcPts val="0"/>
              </a:spcBef>
              <a:buNone/>
              <a:defRPr b="0" i="0" sz="900" u="none" cap="none" strike="noStrike">
                <a:solidFill>
                  <a:srgbClr val="3C3632"/>
                </a:solidFill>
                <a:latin typeface="Arial"/>
                <a:ea typeface="Arial"/>
                <a:cs typeface="Arial"/>
                <a:sym typeface="Arial"/>
              </a:defRPr>
            </a:lvl5pPr>
            <a:lvl6pPr indent="0" lvl="5" marL="0" marR="0" rtl="0" algn="r">
              <a:spcBef>
                <a:spcPts val="0"/>
              </a:spcBef>
              <a:buNone/>
              <a:defRPr b="0" i="0" sz="900" u="none" cap="none" strike="noStrike">
                <a:solidFill>
                  <a:srgbClr val="3C3632"/>
                </a:solidFill>
                <a:latin typeface="Arial"/>
                <a:ea typeface="Arial"/>
                <a:cs typeface="Arial"/>
                <a:sym typeface="Arial"/>
              </a:defRPr>
            </a:lvl6pPr>
            <a:lvl7pPr indent="0" lvl="6" marL="0" marR="0" rtl="0" algn="r">
              <a:spcBef>
                <a:spcPts val="0"/>
              </a:spcBef>
              <a:buNone/>
              <a:defRPr b="0" i="0" sz="900" u="none" cap="none" strike="noStrike">
                <a:solidFill>
                  <a:srgbClr val="3C3632"/>
                </a:solidFill>
                <a:latin typeface="Arial"/>
                <a:ea typeface="Arial"/>
                <a:cs typeface="Arial"/>
                <a:sym typeface="Arial"/>
              </a:defRPr>
            </a:lvl7pPr>
            <a:lvl8pPr indent="0" lvl="7" marL="0" marR="0" rtl="0" algn="r">
              <a:spcBef>
                <a:spcPts val="0"/>
              </a:spcBef>
              <a:buNone/>
              <a:defRPr b="0" i="0" sz="900" u="none" cap="none" strike="noStrike">
                <a:solidFill>
                  <a:srgbClr val="3C3632"/>
                </a:solidFill>
                <a:latin typeface="Arial"/>
                <a:ea typeface="Arial"/>
                <a:cs typeface="Arial"/>
                <a:sym typeface="Arial"/>
              </a:defRPr>
            </a:lvl8pPr>
            <a:lvl9pPr indent="0" lvl="8" marL="0" marR="0" rtl="0" algn="r">
              <a:spcBef>
                <a:spcPts val="0"/>
              </a:spcBef>
              <a:buNone/>
              <a:defRPr b="0" i="0" sz="9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9" name="Shape 99"/>
        <p:cNvGrpSpPr/>
        <p:nvPr/>
      </p:nvGrpSpPr>
      <p:grpSpPr>
        <a:xfrm>
          <a:off x="0" y="0"/>
          <a:ext cx="0" cy="0"/>
          <a:chOff x="0" y="0"/>
          <a:chExt cx="0" cy="0"/>
        </a:xfrm>
      </p:grpSpPr>
      <p:sp>
        <p:nvSpPr>
          <p:cNvPr id="100" name="Google Shape;100;p12"/>
          <p:cNvSpPr txBox="1"/>
          <p:nvPr>
            <p:ph type="title"/>
          </p:nvPr>
        </p:nvSpPr>
        <p:spPr>
          <a:xfrm>
            <a:off x="828675" y="57150"/>
            <a:ext cx="7485600" cy="822600"/>
          </a:xfrm>
          <a:prstGeom prst="rect">
            <a:avLst/>
          </a:prstGeom>
          <a:noFill/>
          <a:ln>
            <a:noFill/>
          </a:ln>
        </p:spPr>
        <p:txBody>
          <a:bodyPr anchorCtr="0" anchor="b" bIns="34275" lIns="0" spcFirstLastPara="1" rIns="0" wrap="square" tIns="34275">
            <a:noAutofit/>
          </a:bodyPr>
          <a:lstStyle>
            <a:lvl1pPr lvl="0" marR="0" rtl="0" algn="l">
              <a:lnSpc>
                <a:spcPct val="9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1" name="Google Shape;101;p12"/>
          <p:cNvSpPr txBox="1"/>
          <p:nvPr>
            <p:ph idx="1" type="body"/>
          </p:nvPr>
        </p:nvSpPr>
        <p:spPr>
          <a:xfrm rot="5400000">
            <a:off x="2857575" y="-828600"/>
            <a:ext cx="3429000" cy="7486500"/>
          </a:xfrm>
          <a:prstGeom prst="rect">
            <a:avLst/>
          </a:prstGeom>
          <a:noFill/>
          <a:ln>
            <a:noFill/>
          </a:ln>
        </p:spPr>
        <p:txBody>
          <a:bodyPr anchorCtr="0" anchor="t" bIns="34275" lIns="0" spcFirstLastPara="1" rIns="0" wrap="square" tIns="34275">
            <a:noAutofit/>
          </a:bodyPr>
          <a:lstStyle>
            <a:lvl1pPr indent="-323850" lvl="0" marL="457200" marR="0" rtl="0" algn="l">
              <a:lnSpc>
                <a:spcPct val="90000"/>
              </a:lnSpc>
              <a:spcBef>
                <a:spcPts val="1400"/>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2pPr>
            <a:lvl3pPr indent="-298450" lvl="2" marL="13716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9pPr>
          </a:lstStyle>
          <a:p/>
        </p:txBody>
      </p:sp>
      <p:sp>
        <p:nvSpPr>
          <p:cNvPr id="102" name="Google Shape;102;p12"/>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3" name="Google Shape;103;p12"/>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4" name="Google Shape;104;p12"/>
          <p:cNvSpPr txBox="1"/>
          <p:nvPr>
            <p:ph idx="12" type="sldNum"/>
          </p:nvPr>
        </p:nvSpPr>
        <p:spPr>
          <a:xfrm>
            <a:off x="7717662" y="57138"/>
            <a:ext cx="1371600" cy="273900"/>
          </a:xfrm>
          <a:prstGeom prst="rect">
            <a:avLst/>
          </a:prstGeom>
          <a:noFill/>
          <a:ln>
            <a:noFill/>
          </a:ln>
        </p:spPr>
        <p:txBody>
          <a:bodyPr anchorCtr="0" anchor="ctr" bIns="34275" lIns="0" spcFirstLastPara="1" rIns="0" wrap="square" tIns="34275">
            <a:noAutofit/>
          </a:bodyPr>
          <a:lstStyle>
            <a:lvl1pPr indent="0" lvl="0" marL="0" marR="0" rtl="0" algn="r">
              <a:spcBef>
                <a:spcPts val="0"/>
              </a:spcBef>
              <a:buNone/>
              <a:defRPr b="0" i="0" sz="900" u="none" cap="none" strike="noStrike">
                <a:solidFill>
                  <a:srgbClr val="3C3632"/>
                </a:solidFill>
                <a:latin typeface="Arial"/>
                <a:ea typeface="Arial"/>
                <a:cs typeface="Arial"/>
                <a:sym typeface="Arial"/>
              </a:defRPr>
            </a:lvl1pPr>
            <a:lvl2pPr indent="0" lvl="1" marL="0" marR="0" rtl="0" algn="r">
              <a:spcBef>
                <a:spcPts val="0"/>
              </a:spcBef>
              <a:buNone/>
              <a:defRPr b="0" i="0" sz="900" u="none" cap="none" strike="noStrike">
                <a:solidFill>
                  <a:srgbClr val="3C3632"/>
                </a:solidFill>
                <a:latin typeface="Arial"/>
                <a:ea typeface="Arial"/>
                <a:cs typeface="Arial"/>
                <a:sym typeface="Arial"/>
              </a:defRPr>
            </a:lvl2pPr>
            <a:lvl3pPr indent="0" lvl="2" marL="0" marR="0" rtl="0" algn="r">
              <a:spcBef>
                <a:spcPts val="0"/>
              </a:spcBef>
              <a:buNone/>
              <a:defRPr b="0" i="0" sz="900" u="none" cap="none" strike="noStrike">
                <a:solidFill>
                  <a:srgbClr val="3C3632"/>
                </a:solidFill>
                <a:latin typeface="Arial"/>
                <a:ea typeface="Arial"/>
                <a:cs typeface="Arial"/>
                <a:sym typeface="Arial"/>
              </a:defRPr>
            </a:lvl3pPr>
            <a:lvl4pPr indent="0" lvl="3" marL="0" marR="0" rtl="0" algn="r">
              <a:spcBef>
                <a:spcPts val="0"/>
              </a:spcBef>
              <a:buNone/>
              <a:defRPr b="0" i="0" sz="900" u="none" cap="none" strike="noStrike">
                <a:solidFill>
                  <a:srgbClr val="3C3632"/>
                </a:solidFill>
                <a:latin typeface="Arial"/>
                <a:ea typeface="Arial"/>
                <a:cs typeface="Arial"/>
                <a:sym typeface="Arial"/>
              </a:defRPr>
            </a:lvl4pPr>
            <a:lvl5pPr indent="0" lvl="4" marL="0" marR="0" rtl="0" algn="r">
              <a:spcBef>
                <a:spcPts val="0"/>
              </a:spcBef>
              <a:buNone/>
              <a:defRPr b="0" i="0" sz="900" u="none" cap="none" strike="noStrike">
                <a:solidFill>
                  <a:srgbClr val="3C3632"/>
                </a:solidFill>
                <a:latin typeface="Arial"/>
                <a:ea typeface="Arial"/>
                <a:cs typeface="Arial"/>
                <a:sym typeface="Arial"/>
              </a:defRPr>
            </a:lvl5pPr>
            <a:lvl6pPr indent="0" lvl="5" marL="0" marR="0" rtl="0" algn="r">
              <a:spcBef>
                <a:spcPts val="0"/>
              </a:spcBef>
              <a:buNone/>
              <a:defRPr b="0" i="0" sz="900" u="none" cap="none" strike="noStrike">
                <a:solidFill>
                  <a:srgbClr val="3C3632"/>
                </a:solidFill>
                <a:latin typeface="Arial"/>
                <a:ea typeface="Arial"/>
                <a:cs typeface="Arial"/>
                <a:sym typeface="Arial"/>
              </a:defRPr>
            </a:lvl6pPr>
            <a:lvl7pPr indent="0" lvl="6" marL="0" marR="0" rtl="0" algn="r">
              <a:spcBef>
                <a:spcPts val="0"/>
              </a:spcBef>
              <a:buNone/>
              <a:defRPr b="0" i="0" sz="900" u="none" cap="none" strike="noStrike">
                <a:solidFill>
                  <a:srgbClr val="3C3632"/>
                </a:solidFill>
                <a:latin typeface="Arial"/>
                <a:ea typeface="Arial"/>
                <a:cs typeface="Arial"/>
                <a:sym typeface="Arial"/>
              </a:defRPr>
            </a:lvl7pPr>
            <a:lvl8pPr indent="0" lvl="7" marL="0" marR="0" rtl="0" algn="r">
              <a:spcBef>
                <a:spcPts val="0"/>
              </a:spcBef>
              <a:buNone/>
              <a:defRPr b="0" i="0" sz="900" u="none" cap="none" strike="noStrike">
                <a:solidFill>
                  <a:srgbClr val="3C3632"/>
                </a:solidFill>
                <a:latin typeface="Arial"/>
                <a:ea typeface="Arial"/>
                <a:cs typeface="Arial"/>
                <a:sym typeface="Arial"/>
              </a:defRPr>
            </a:lvl8pPr>
            <a:lvl9pPr indent="0" lvl="8" marL="0" marR="0" rtl="0" algn="r">
              <a:spcBef>
                <a:spcPts val="0"/>
              </a:spcBef>
              <a:buNone/>
              <a:defRPr b="0" i="0" sz="9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05" name="Shape 105"/>
        <p:cNvGrpSpPr/>
        <p:nvPr/>
      </p:nvGrpSpPr>
      <p:grpSpPr>
        <a:xfrm>
          <a:off x="0" y="0"/>
          <a:ext cx="0" cy="0"/>
          <a:chOff x="0" y="0"/>
          <a:chExt cx="0" cy="0"/>
        </a:xfrm>
      </p:grpSpPr>
      <p:sp>
        <p:nvSpPr>
          <p:cNvPr id="106" name="Google Shape;106;p13"/>
          <p:cNvSpPr txBox="1"/>
          <p:nvPr>
            <p:ph type="title"/>
          </p:nvPr>
        </p:nvSpPr>
        <p:spPr>
          <a:xfrm rot="5400000">
            <a:off x="5492925" y="1810444"/>
            <a:ext cx="4359000" cy="1285800"/>
          </a:xfrm>
          <a:prstGeom prst="rect">
            <a:avLst/>
          </a:prstGeom>
          <a:noFill/>
          <a:ln>
            <a:noFill/>
          </a:ln>
        </p:spPr>
        <p:txBody>
          <a:bodyPr anchorCtr="0" anchor="b" bIns="34275" lIns="0" spcFirstLastPara="1" rIns="0" wrap="square" tIns="34275">
            <a:noAutofit/>
          </a:bodyPr>
          <a:lstStyle>
            <a:lvl1pPr lvl="0" marR="0" rtl="0" algn="l">
              <a:lnSpc>
                <a:spcPct val="9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7" name="Google Shape;107;p13"/>
          <p:cNvSpPr txBox="1"/>
          <p:nvPr>
            <p:ph idx="1" type="body"/>
          </p:nvPr>
        </p:nvSpPr>
        <p:spPr>
          <a:xfrm rot="5400000">
            <a:off x="1686297" y="-583706"/>
            <a:ext cx="4359000" cy="6074100"/>
          </a:xfrm>
          <a:prstGeom prst="rect">
            <a:avLst/>
          </a:prstGeom>
          <a:noFill/>
          <a:ln>
            <a:noFill/>
          </a:ln>
        </p:spPr>
        <p:txBody>
          <a:bodyPr anchorCtr="0" anchor="t" bIns="34275" lIns="0" spcFirstLastPara="1" rIns="0" wrap="square" tIns="34275">
            <a:noAutofit/>
          </a:bodyPr>
          <a:lstStyle>
            <a:lvl1pPr indent="-323850" lvl="0" marL="457200" marR="0" rtl="0" algn="l">
              <a:lnSpc>
                <a:spcPct val="90000"/>
              </a:lnSpc>
              <a:spcBef>
                <a:spcPts val="1400"/>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2pPr>
            <a:lvl3pPr indent="-298450" lvl="2" marL="13716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9pPr>
          </a:lstStyle>
          <a:p/>
        </p:txBody>
      </p:sp>
      <p:sp>
        <p:nvSpPr>
          <p:cNvPr id="108" name="Google Shape;108;p13"/>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9" name="Google Shape;109;p13"/>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10" name="Google Shape;110;p13"/>
          <p:cNvSpPr txBox="1"/>
          <p:nvPr>
            <p:ph idx="12" type="sldNum"/>
          </p:nvPr>
        </p:nvSpPr>
        <p:spPr>
          <a:xfrm>
            <a:off x="7717662" y="57138"/>
            <a:ext cx="1371600" cy="273900"/>
          </a:xfrm>
          <a:prstGeom prst="rect">
            <a:avLst/>
          </a:prstGeom>
          <a:noFill/>
          <a:ln>
            <a:noFill/>
          </a:ln>
        </p:spPr>
        <p:txBody>
          <a:bodyPr anchorCtr="0" anchor="ctr" bIns="34275" lIns="0" spcFirstLastPara="1" rIns="0" wrap="square" tIns="34275">
            <a:noAutofit/>
          </a:bodyPr>
          <a:lstStyle>
            <a:lvl1pPr indent="0" lvl="0" marL="0" marR="0" rtl="0" algn="r">
              <a:spcBef>
                <a:spcPts val="0"/>
              </a:spcBef>
              <a:buNone/>
              <a:defRPr b="0" i="0" sz="900" u="none" cap="none" strike="noStrike">
                <a:solidFill>
                  <a:srgbClr val="3C3632"/>
                </a:solidFill>
                <a:latin typeface="Arial"/>
                <a:ea typeface="Arial"/>
                <a:cs typeface="Arial"/>
                <a:sym typeface="Arial"/>
              </a:defRPr>
            </a:lvl1pPr>
            <a:lvl2pPr indent="0" lvl="1" marL="0" marR="0" rtl="0" algn="r">
              <a:spcBef>
                <a:spcPts val="0"/>
              </a:spcBef>
              <a:buNone/>
              <a:defRPr b="0" i="0" sz="900" u="none" cap="none" strike="noStrike">
                <a:solidFill>
                  <a:srgbClr val="3C3632"/>
                </a:solidFill>
                <a:latin typeface="Arial"/>
                <a:ea typeface="Arial"/>
                <a:cs typeface="Arial"/>
                <a:sym typeface="Arial"/>
              </a:defRPr>
            </a:lvl2pPr>
            <a:lvl3pPr indent="0" lvl="2" marL="0" marR="0" rtl="0" algn="r">
              <a:spcBef>
                <a:spcPts val="0"/>
              </a:spcBef>
              <a:buNone/>
              <a:defRPr b="0" i="0" sz="900" u="none" cap="none" strike="noStrike">
                <a:solidFill>
                  <a:srgbClr val="3C3632"/>
                </a:solidFill>
                <a:latin typeface="Arial"/>
                <a:ea typeface="Arial"/>
                <a:cs typeface="Arial"/>
                <a:sym typeface="Arial"/>
              </a:defRPr>
            </a:lvl3pPr>
            <a:lvl4pPr indent="0" lvl="3" marL="0" marR="0" rtl="0" algn="r">
              <a:spcBef>
                <a:spcPts val="0"/>
              </a:spcBef>
              <a:buNone/>
              <a:defRPr b="0" i="0" sz="900" u="none" cap="none" strike="noStrike">
                <a:solidFill>
                  <a:srgbClr val="3C3632"/>
                </a:solidFill>
                <a:latin typeface="Arial"/>
                <a:ea typeface="Arial"/>
                <a:cs typeface="Arial"/>
                <a:sym typeface="Arial"/>
              </a:defRPr>
            </a:lvl4pPr>
            <a:lvl5pPr indent="0" lvl="4" marL="0" marR="0" rtl="0" algn="r">
              <a:spcBef>
                <a:spcPts val="0"/>
              </a:spcBef>
              <a:buNone/>
              <a:defRPr b="0" i="0" sz="900" u="none" cap="none" strike="noStrike">
                <a:solidFill>
                  <a:srgbClr val="3C3632"/>
                </a:solidFill>
                <a:latin typeface="Arial"/>
                <a:ea typeface="Arial"/>
                <a:cs typeface="Arial"/>
                <a:sym typeface="Arial"/>
              </a:defRPr>
            </a:lvl5pPr>
            <a:lvl6pPr indent="0" lvl="5" marL="0" marR="0" rtl="0" algn="r">
              <a:spcBef>
                <a:spcPts val="0"/>
              </a:spcBef>
              <a:buNone/>
              <a:defRPr b="0" i="0" sz="900" u="none" cap="none" strike="noStrike">
                <a:solidFill>
                  <a:srgbClr val="3C3632"/>
                </a:solidFill>
                <a:latin typeface="Arial"/>
                <a:ea typeface="Arial"/>
                <a:cs typeface="Arial"/>
                <a:sym typeface="Arial"/>
              </a:defRPr>
            </a:lvl6pPr>
            <a:lvl7pPr indent="0" lvl="6" marL="0" marR="0" rtl="0" algn="r">
              <a:spcBef>
                <a:spcPts val="0"/>
              </a:spcBef>
              <a:buNone/>
              <a:defRPr b="0" i="0" sz="900" u="none" cap="none" strike="noStrike">
                <a:solidFill>
                  <a:srgbClr val="3C3632"/>
                </a:solidFill>
                <a:latin typeface="Arial"/>
                <a:ea typeface="Arial"/>
                <a:cs typeface="Arial"/>
                <a:sym typeface="Arial"/>
              </a:defRPr>
            </a:lvl7pPr>
            <a:lvl8pPr indent="0" lvl="7" marL="0" marR="0" rtl="0" algn="r">
              <a:spcBef>
                <a:spcPts val="0"/>
              </a:spcBef>
              <a:buNone/>
              <a:defRPr b="0" i="0" sz="900" u="none" cap="none" strike="noStrike">
                <a:solidFill>
                  <a:srgbClr val="3C3632"/>
                </a:solidFill>
                <a:latin typeface="Arial"/>
                <a:ea typeface="Arial"/>
                <a:cs typeface="Arial"/>
                <a:sym typeface="Arial"/>
              </a:defRPr>
            </a:lvl8pPr>
            <a:lvl9pPr indent="0" lvl="8" marL="0" marR="0" rtl="0" algn="r">
              <a:spcBef>
                <a:spcPts val="0"/>
              </a:spcBef>
              <a:buNone/>
              <a:defRPr b="0" i="0" sz="9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11" name="Google Shape;111;p13"/>
          <p:cNvGrpSpPr/>
          <p:nvPr/>
        </p:nvGrpSpPr>
        <p:grpSpPr>
          <a:xfrm rot="5400000">
            <a:off x="4885545" y="2421633"/>
            <a:ext cx="4224528" cy="63302"/>
            <a:chOff x="1073150" y="1219201"/>
            <a:chExt cx="10058400" cy="63125"/>
          </a:xfrm>
        </p:grpSpPr>
        <p:cxnSp>
          <p:nvCxnSpPr>
            <p:cNvPr id="112" name="Google Shape;112;p13"/>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13" name="Google Shape;113;p13"/>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28675" y="57150"/>
            <a:ext cx="7485600" cy="822600"/>
          </a:xfrm>
          <a:prstGeom prst="rect">
            <a:avLst/>
          </a:prstGeom>
          <a:noFill/>
          <a:ln>
            <a:noFill/>
          </a:ln>
        </p:spPr>
        <p:txBody>
          <a:bodyPr anchorCtr="0" anchor="b" bIns="34275" lIns="0" spcFirstLastPara="1" rIns="0" wrap="square" tIns="34275">
            <a:noAutofit/>
          </a:bodyPr>
          <a:lstStyle>
            <a:lvl1pPr lvl="0" marR="0" rtl="0" algn="l">
              <a:lnSpc>
                <a:spcPct val="9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828675" y="1200150"/>
            <a:ext cx="7486500" cy="3429000"/>
          </a:xfrm>
          <a:prstGeom prst="rect">
            <a:avLst/>
          </a:prstGeom>
          <a:noFill/>
          <a:ln>
            <a:noFill/>
          </a:ln>
        </p:spPr>
        <p:txBody>
          <a:bodyPr anchorCtr="0" anchor="t" bIns="34275" lIns="0" spcFirstLastPara="1" rIns="0" wrap="square" tIns="34275">
            <a:noAutofit/>
          </a:bodyPr>
          <a:lstStyle>
            <a:lvl1pPr indent="-323850" lvl="0" marL="457200" marR="0" rtl="0" algn="l">
              <a:lnSpc>
                <a:spcPct val="90000"/>
              </a:lnSpc>
              <a:spcBef>
                <a:spcPts val="1400"/>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2pPr>
            <a:lvl3pPr indent="-298450" lvl="2" marL="13716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Noto Sans Symbols"/>
              <a:buChar char="▪"/>
              <a:defRPr b="0" i="0" sz="11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28674" y="4767263"/>
            <a:ext cx="1372200" cy="273900"/>
          </a:xfrm>
          <a:prstGeom prst="rect">
            <a:avLst/>
          </a:prstGeom>
          <a:noFill/>
          <a:ln>
            <a:noFill/>
          </a:ln>
        </p:spPr>
        <p:txBody>
          <a:bodyPr anchorCtr="0" anchor="ctr" bIns="34275" lIns="0" spcFirstLastPara="1" rIns="0" wrap="square" tIns="34275">
            <a:noAutofit/>
          </a:bodyPr>
          <a:lstStyle>
            <a:lvl1pPr lvl="0" marR="0" rtl="0" algn="l">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2200844" y="4767263"/>
            <a:ext cx="4742400" cy="273900"/>
          </a:xfrm>
          <a:prstGeom prst="rect">
            <a:avLst/>
          </a:prstGeom>
          <a:noFill/>
          <a:ln>
            <a:noFill/>
          </a:ln>
        </p:spPr>
        <p:txBody>
          <a:bodyPr anchorCtr="0" anchor="ctr" bIns="34275" lIns="0" spcFirstLastPara="1" rIns="0" wrap="square" tIns="34275">
            <a:noAutofit/>
          </a:bodyPr>
          <a:lstStyle>
            <a:lvl1pPr lvl="0" marR="0" rtl="0" algn="ctr">
              <a:spcBef>
                <a:spcPts val="0"/>
              </a:spcBef>
              <a:spcAft>
                <a:spcPts val="0"/>
              </a:spcAft>
              <a:buSzPts val="1100"/>
              <a:buNone/>
              <a:defRPr b="0" i="0" sz="900" u="none" cap="none" strike="noStrike">
                <a:solidFill>
                  <a:srgbClr val="3C363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grpSp>
        <p:nvGrpSpPr>
          <p:cNvPr id="10" name="Google Shape;10;p1"/>
          <p:cNvGrpSpPr/>
          <p:nvPr/>
        </p:nvGrpSpPr>
        <p:grpSpPr>
          <a:xfrm>
            <a:off x="827483" y="914391"/>
            <a:ext cx="7488479" cy="63302"/>
            <a:chOff x="1073150" y="1219201"/>
            <a:chExt cx="10058400" cy="63125"/>
          </a:xfrm>
        </p:grpSpPr>
        <p:cxnSp>
          <p:nvCxnSpPr>
            <p:cNvPr id="11" name="Google Shape;11;p1"/>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2" name="Google Shape;12;p1"/>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pic>
        <p:nvPicPr>
          <p:cNvPr id="13" name="Google Shape;13;p1"/>
          <p:cNvPicPr preferRelativeResize="0"/>
          <p:nvPr/>
        </p:nvPicPr>
        <p:blipFill>
          <a:blip r:embed="rId1">
            <a:alphaModFix/>
          </a:blip>
          <a:stretch>
            <a:fillRect/>
          </a:stretch>
        </p:blipFill>
        <p:spPr>
          <a:xfrm>
            <a:off x="18700" y="4673826"/>
            <a:ext cx="2182150" cy="4488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22">
          <p15:clr>
            <a:srgbClr val="F26B43"/>
          </p15:clr>
        </p15:guide>
        <p15:guide id="2" pos="5238">
          <p15:clr>
            <a:srgbClr val="F26B43"/>
          </p15:clr>
        </p15:guide>
        <p15:guide id="3" orient="horz" pos="756">
          <p15:clr>
            <a:srgbClr val="F26B43"/>
          </p15:clr>
        </p15:guide>
        <p15:guide id="4" orient="horz" pos="29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aqarexit.com/en/opportunities?show=800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aqarexit.com/en/buy/opportunity/351edadd-9654-4801-8a84-5f7068468677?from=%2Fen%2Fopportunities%3Fshow%3D800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www.db4free.ne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4"/>
          <p:cNvSpPr txBox="1"/>
          <p:nvPr>
            <p:ph type="ctrTitle"/>
          </p:nvPr>
        </p:nvSpPr>
        <p:spPr>
          <a:xfrm>
            <a:off x="828675" y="1719070"/>
            <a:ext cx="7572300" cy="1664700"/>
          </a:xfrm>
          <a:prstGeom prst="rect">
            <a:avLst/>
          </a:prstGeom>
        </p:spPr>
        <p:txBody>
          <a:bodyPr anchorCtr="0" anchor="ctr" bIns="34275" lIns="0" spcFirstLastPara="1" rIns="0" wrap="square" tIns="34275">
            <a:noAutofit/>
          </a:bodyPr>
          <a:lstStyle/>
          <a:p>
            <a:pPr indent="0" lvl="0" marL="0" rtl="0" algn="l">
              <a:spcBef>
                <a:spcPts val="0"/>
              </a:spcBef>
              <a:spcAft>
                <a:spcPts val="0"/>
              </a:spcAft>
              <a:buNone/>
            </a:pPr>
            <a:r>
              <a:rPr lang="en"/>
              <a:t>CSCE 2501</a:t>
            </a:r>
            <a:endParaRPr/>
          </a:p>
          <a:p>
            <a:pPr indent="0" lvl="0" marL="0" rtl="0" algn="l">
              <a:spcBef>
                <a:spcPts val="0"/>
              </a:spcBef>
              <a:spcAft>
                <a:spcPts val="0"/>
              </a:spcAft>
              <a:buNone/>
            </a:pPr>
            <a:r>
              <a:rPr lang="en"/>
              <a:t>Fundamentals of Database Systems</a:t>
            </a:r>
            <a:endParaRPr/>
          </a:p>
        </p:txBody>
      </p:sp>
      <p:sp>
        <p:nvSpPr>
          <p:cNvPr id="119" name="Google Shape;119;p14"/>
          <p:cNvSpPr txBox="1"/>
          <p:nvPr>
            <p:ph idx="1" type="subTitle"/>
          </p:nvPr>
        </p:nvSpPr>
        <p:spPr>
          <a:xfrm>
            <a:off x="828674" y="3383838"/>
            <a:ext cx="7572300" cy="716700"/>
          </a:xfrm>
          <a:prstGeom prst="rect">
            <a:avLst/>
          </a:prstGeom>
        </p:spPr>
        <p:txBody>
          <a:bodyPr anchorCtr="0" anchor="t" bIns="34275" lIns="0" spcFirstLastPara="1" rIns="0" wrap="square" tIns="34275">
            <a:noAutofit/>
          </a:bodyPr>
          <a:lstStyle/>
          <a:p>
            <a:pPr indent="0" lvl="0" marL="0" rtl="0" algn="l">
              <a:spcBef>
                <a:spcPts val="0"/>
              </a:spcBef>
              <a:spcAft>
                <a:spcPts val="0"/>
              </a:spcAft>
              <a:buNone/>
            </a:pPr>
            <a:r>
              <a:rPr b="1" lang="en"/>
              <a:t>Project - Resale Properties</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Prof. Hossam Sharara</a:t>
            </a:r>
            <a:endParaRPr/>
          </a:p>
          <a:p>
            <a:pPr indent="0" lvl="0" marL="0" rtl="0" algn="l">
              <a:spcBef>
                <a:spcPts val="0"/>
              </a:spcBef>
              <a:spcAft>
                <a:spcPts val="0"/>
              </a:spcAft>
              <a:buNone/>
            </a:pPr>
            <a:r>
              <a:rPr lang="en"/>
              <a:t>Dept. of Computer Science, AUC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5"/>
          <p:cNvSpPr txBox="1"/>
          <p:nvPr>
            <p:ph type="title"/>
          </p:nvPr>
        </p:nvSpPr>
        <p:spPr>
          <a:xfrm>
            <a:off x="828675" y="57150"/>
            <a:ext cx="7485600" cy="822600"/>
          </a:xfrm>
          <a:prstGeom prst="rect">
            <a:avLst/>
          </a:prstGeom>
        </p:spPr>
        <p:txBody>
          <a:bodyPr anchorCtr="0" anchor="b" bIns="34275" lIns="0" spcFirstLastPara="1" rIns="0" wrap="square" tIns="34275">
            <a:noAutofit/>
          </a:bodyPr>
          <a:lstStyle/>
          <a:p>
            <a:pPr indent="0" lvl="0" marL="0" rtl="0" algn="l">
              <a:spcBef>
                <a:spcPts val="0"/>
              </a:spcBef>
              <a:spcAft>
                <a:spcPts val="0"/>
              </a:spcAft>
              <a:buNone/>
            </a:pPr>
            <a:r>
              <a:rPr lang="en"/>
              <a:t>Introduction</a:t>
            </a:r>
            <a:endParaRPr/>
          </a:p>
        </p:txBody>
      </p:sp>
      <p:sp>
        <p:nvSpPr>
          <p:cNvPr id="125" name="Google Shape;125;p15"/>
          <p:cNvSpPr txBox="1"/>
          <p:nvPr>
            <p:ph idx="1" type="body"/>
          </p:nvPr>
        </p:nvSpPr>
        <p:spPr>
          <a:xfrm>
            <a:off x="828675" y="1200150"/>
            <a:ext cx="7486500" cy="3429000"/>
          </a:xfrm>
          <a:prstGeom prst="rect">
            <a:avLst/>
          </a:prstGeom>
        </p:spPr>
        <p:txBody>
          <a:bodyPr anchorCtr="0" anchor="t" bIns="34275" lIns="0" spcFirstLastPara="1" rIns="0" wrap="square" tIns="34275">
            <a:noAutofit/>
          </a:bodyPr>
          <a:lstStyle/>
          <a:p>
            <a:pPr indent="0" lvl="0" marL="0" rtl="0" algn="l">
              <a:spcBef>
                <a:spcPts val="1400"/>
              </a:spcBef>
              <a:spcAft>
                <a:spcPts val="0"/>
              </a:spcAft>
              <a:buNone/>
            </a:pPr>
            <a:r>
              <a:rPr lang="en"/>
              <a:t>In this project, you will be building a database application for the real estate properties in Egypt that are </a:t>
            </a:r>
            <a:r>
              <a:rPr lang="en"/>
              <a:t>offered for Resale</a:t>
            </a:r>
            <a:r>
              <a:rPr lang="en"/>
              <a:t>, that allows users to get information about these properties in the country, the different developments, locations, etc.</a:t>
            </a:r>
            <a:endParaRPr/>
          </a:p>
          <a:p>
            <a:pPr indent="0" lvl="0" marL="0" rtl="0" algn="l">
              <a:spcBef>
                <a:spcPts val="1400"/>
              </a:spcBef>
              <a:spcAft>
                <a:spcPts val="0"/>
              </a:spcAft>
              <a:buNone/>
            </a:pPr>
            <a:r>
              <a:rPr lang="en"/>
              <a:t>The main site that provide such information is AqarExit website (</a:t>
            </a:r>
            <a:r>
              <a:rPr lang="en" u="sng">
                <a:solidFill>
                  <a:schemeClr val="hlink"/>
                </a:solidFill>
                <a:hlinkClick r:id="rId3"/>
              </a:rPr>
              <a:t>https://aqarexit.com/en/opportunities?show=8000</a:t>
            </a:r>
            <a:r>
              <a:rPr lang="en"/>
              <a:t>). However, the website has limited abilities for filtering or doing some higher level aggregations on the market size and state. Hence, your application will be used to provide more flexibility on that front. </a:t>
            </a:r>
            <a:br>
              <a:rPr lang="en"/>
            </a:br>
            <a:br>
              <a:rPr lang="en"/>
            </a:br>
            <a:r>
              <a:rPr lang="en"/>
              <a:t>Your task is to build a database system backend and an application that provide the resale market analytics and features described next.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6"/>
          <p:cNvSpPr txBox="1"/>
          <p:nvPr>
            <p:ph type="title"/>
          </p:nvPr>
        </p:nvSpPr>
        <p:spPr>
          <a:xfrm>
            <a:off x="828675" y="57150"/>
            <a:ext cx="7485600" cy="822600"/>
          </a:xfrm>
          <a:prstGeom prst="rect">
            <a:avLst/>
          </a:prstGeom>
        </p:spPr>
        <p:txBody>
          <a:bodyPr anchorCtr="0" anchor="b" bIns="34275" lIns="0" spcFirstLastPara="1" rIns="0" wrap="square" tIns="34275">
            <a:noAutofit/>
          </a:bodyPr>
          <a:lstStyle/>
          <a:p>
            <a:pPr indent="0" lvl="0" marL="0" rtl="0" algn="l">
              <a:spcBef>
                <a:spcPts val="0"/>
              </a:spcBef>
              <a:spcAft>
                <a:spcPts val="0"/>
              </a:spcAft>
              <a:buNone/>
            </a:pPr>
            <a:r>
              <a:rPr lang="en"/>
              <a:t>Milestone I: Data Requirements</a:t>
            </a:r>
            <a:endParaRPr/>
          </a:p>
        </p:txBody>
      </p:sp>
      <p:sp>
        <p:nvSpPr>
          <p:cNvPr id="131" name="Google Shape;131;p16"/>
          <p:cNvSpPr txBox="1"/>
          <p:nvPr>
            <p:ph idx="1" type="body"/>
          </p:nvPr>
        </p:nvSpPr>
        <p:spPr>
          <a:xfrm>
            <a:off x="523875" y="895350"/>
            <a:ext cx="8113500" cy="3429000"/>
          </a:xfrm>
          <a:prstGeom prst="rect">
            <a:avLst/>
          </a:prstGeom>
        </p:spPr>
        <p:txBody>
          <a:bodyPr anchorCtr="0" anchor="t" bIns="34275" lIns="0" spcFirstLastPara="1" rIns="0" wrap="square" tIns="34275">
            <a:noAutofit/>
          </a:bodyPr>
          <a:lstStyle/>
          <a:p>
            <a:pPr indent="0" lvl="0" marL="0" rtl="0" algn="l">
              <a:spcBef>
                <a:spcPts val="1400"/>
              </a:spcBef>
              <a:spcAft>
                <a:spcPts val="0"/>
              </a:spcAft>
              <a:buNone/>
            </a:pPr>
            <a:r>
              <a:rPr lang="en"/>
              <a:t>The database system you design should be based on the information provided on each property, its location, developer, type, and the other information provided on the property page (e.g. </a:t>
            </a:r>
            <a:r>
              <a:rPr lang="en" u="sng">
                <a:solidFill>
                  <a:schemeClr val="hlink"/>
                </a:solidFill>
                <a:hlinkClick r:id="rId3"/>
              </a:rPr>
              <a:t>sample</a:t>
            </a:r>
            <a:r>
              <a:rPr lang="en"/>
              <a:t>) </a:t>
            </a:r>
            <a:endParaRPr/>
          </a:p>
          <a:p>
            <a:pPr indent="0" lvl="0" marL="0" rtl="0" algn="l">
              <a:spcBef>
                <a:spcPts val="1400"/>
              </a:spcBef>
              <a:spcAft>
                <a:spcPts val="0"/>
              </a:spcAft>
              <a:buNone/>
            </a:pPr>
            <a:r>
              <a:rPr lang="en"/>
              <a:t>Your database design should store all the information about the resale property, including but not limited to: area, location, development, type (apartment, villa, etc.), number of bedrooms and bathrooms, list of amenities, description, payment method, down payment, gain over current value, etc. Many of the properties on the website are located in a development project, for such cases the development project needs to be recorded, including its name, location, developer, etc.</a:t>
            </a:r>
            <a:br>
              <a:rPr lang="en"/>
            </a:br>
            <a:br>
              <a:rPr b="1" lang="en"/>
            </a:br>
            <a:r>
              <a:rPr lang="en"/>
              <a:t>The system should also allow users to register on the system using their email addresses, and pick a username, gender, age, birthdate, and their main areas of focus. After registering, the users can add their reviews for any development project, providing their rating (1-10) and a textual review.</a:t>
            </a:r>
            <a:br>
              <a:rPr lang="en"/>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txBox="1"/>
          <p:nvPr>
            <p:ph type="title"/>
          </p:nvPr>
        </p:nvSpPr>
        <p:spPr>
          <a:xfrm>
            <a:off x="828675" y="57150"/>
            <a:ext cx="7485600" cy="822600"/>
          </a:xfrm>
          <a:prstGeom prst="rect">
            <a:avLst/>
          </a:prstGeom>
        </p:spPr>
        <p:txBody>
          <a:bodyPr anchorCtr="0" anchor="b" bIns="34275" lIns="0" spcFirstLastPara="1" rIns="0" wrap="square" tIns="34275">
            <a:noAutofit/>
          </a:bodyPr>
          <a:lstStyle/>
          <a:p>
            <a:pPr indent="0" lvl="0" marL="0" rtl="0" algn="l">
              <a:spcBef>
                <a:spcPts val="0"/>
              </a:spcBef>
              <a:spcAft>
                <a:spcPts val="0"/>
              </a:spcAft>
              <a:buNone/>
            </a:pPr>
            <a:r>
              <a:rPr lang="en"/>
              <a:t>Milestone I: Database Design &amp; Implementation</a:t>
            </a:r>
            <a:endParaRPr/>
          </a:p>
        </p:txBody>
      </p:sp>
      <p:sp>
        <p:nvSpPr>
          <p:cNvPr id="137" name="Google Shape;137;p17"/>
          <p:cNvSpPr txBox="1"/>
          <p:nvPr>
            <p:ph idx="1" type="body"/>
          </p:nvPr>
        </p:nvSpPr>
        <p:spPr>
          <a:xfrm>
            <a:off x="828675" y="1200150"/>
            <a:ext cx="7486500" cy="3429000"/>
          </a:xfrm>
          <a:prstGeom prst="rect">
            <a:avLst/>
          </a:prstGeom>
        </p:spPr>
        <p:txBody>
          <a:bodyPr anchorCtr="0" anchor="t" bIns="34275" lIns="0" spcFirstLastPara="1" rIns="0" wrap="square" tIns="34275">
            <a:noAutofit/>
          </a:bodyPr>
          <a:lstStyle/>
          <a:p>
            <a:pPr indent="0" lvl="0" marL="0" rtl="0" algn="l">
              <a:spcBef>
                <a:spcPts val="1400"/>
              </a:spcBef>
              <a:spcAft>
                <a:spcPts val="0"/>
              </a:spcAft>
              <a:buNone/>
            </a:pPr>
            <a:r>
              <a:rPr lang="en" u="sng"/>
              <a:t>Tools:</a:t>
            </a:r>
            <a:r>
              <a:rPr lang="en"/>
              <a:t> MySQL</a:t>
            </a:r>
            <a:br>
              <a:rPr lang="en"/>
            </a:br>
            <a:br>
              <a:rPr lang="en"/>
            </a:br>
            <a:r>
              <a:rPr lang="en" u="sng"/>
              <a:t>Deadline:</a:t>
            </a:r>
            <a:r>
              <a:rPr lang="en"/>
              <a:t> 3</a:t>
            </a:r>
            <a:r>
              <a:rPr baseline="30000" lang="en"/>
              <a:t>rd</a:t>
            </a:r>
            <a:r>
              <a:rPr lang="en"/>
              <a:t> October, 2026</a:t>
            </a:r>
            <a:endParaRPr/>
          </a:p>
          <a:p>
            <a:pPr indent="0" lvl="0" marL="0" rtl="0" algn="l">
              <a:spcBef>
                <a:spcPts val="1400"/>
              </a:spcBef>
              <a:spcAft>
                <a:spcPts val="0"/>
              </a:spcAft>
              <a:buNone/>
            </a:pPr>
            <a:r>
              <a:rPr lang="en" u="sng"/>
              <a:t>Description:</a:t>
            </a:r>
            <a:br>
              <a:rPr lang="en" u="sng"/>
            </a:br>
            <a:r>
              <a:rPr lang="en"/>
              <a:t>In this milestone, you are required to design the database ERD, create your database and schema in MySQL server for the data requirements presented on the previous slides.</a:t>
            </a:r>
            <a:endParaRPr/>
          </a:p>
          <a:p>
            <a:pPr indent="0" lvl="0" marL="0" rtl="0" algn="l">
              <a:spcBef>
                <a:spcPts val="1400"/>
              </a:spcBef>
              <a:spcAft>
                <a:spcPts val="0"/>
              </a:spcAft>
              <a:buNone/>
            </a:pPr>
            <a:r>
              <a:rPr lang="en" u="sng"/>
              <a:t>Deliverables: (20 points)</a:t>
            </a:r>
            <a:endParaRPr u="sng"/>
          </a:p>
          <a:p>
            <a:pPr indent="-323850" lvl="0" marL="457200" rtl="0" algn="l">
              <a:spcBef>
                <a:spcPts val="1400"/>
              </a:spcBef>
              <a:spcAft>
                <a:spcPts val="0"/>
              </a:spcAft>
              <a:buSzPts val="1500"/>
              <a:buChar char="▪"/>
            </a:pPr>
            <a:r>
              <a:rPr lang="en"/>
              <a:t>Entity-Relationship Diagram of the Real-Estate System</a:t>
            </a:r>
            <a:endParaRPr/>
          </a:p>
          <a:p>
            <a:pPr indent="-323850" lvl="0" marL="457200" rtl="0" algn="l">
              <a:spcBef>
                <a:spcPts val="0"/>
              </a:spcBef>
              <a:spcAft>
                <a:spcPts val="0"/>
              </a:spcAft>
              <a:buSzPts val="1500"/>
              <a:buChar char="▪"/>
            </a:pPr>
            <a:r>
              <a:rPr lang="en"/>
              <a:t>Relational Model for your system</a:t>
            </a:r>
            <a:endParaRPr/>
          </a:p>
          <a:p>
            <a:pPr indent="-323850" lvl="0" marL="457200" rtl="0" algn="l">
              <a:spcBef>
                <a:spcPts val="0"/>
              </a:spcBef>
              <a:spcAft>
                <a:spcPts val="0"/>
              </a:spcAft>
              <a:buSzPts val="1500"/>
              <a:buChar char="▪"/>
            </a:pPr>
            <a:r>
              <a:rPr lang="en"/>
              <a:t>A transcript for the SQL statements used to create your database and schema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8"/>
          <p:cNvSpPr txBox="1"/>
          <p:nvPr>
            <p:ph type="title"/>
          </p:nvPr>
        </p:nvSpPr>
        <p:spPr>
          <a:xfrm>
            <a:off x="828675" y="57150"/>
            <a:ext cx="7485600" cy="822600"/>
          </a:xfrm>
          <a:prstGeom prst="rect">
            <a:avLst/>
          </a:prstGeom>
        </p:spPr>
        <p:txBody>
          <a:bodyPr anchorCtr="0" anchor="b" bIns="34275" lIns="0" spcFirstLastPara="1" rIns="0" wrap="square" tIns="34275">
            <a:noAutofit/>
          </a:bodyPr>
          <a:lstStyle/>
          <a:p>
            <a:pPr indent="0" lvl="0" marL="0" rtl="0" algn="l">
              <a:spcBef>
                <a:spcPts val="0"/>
              </a:spcBef>
              <a:spcAft>
                <a:spcPts val="0"/>
              </a:spcAft>
              <a:buNone/>
            </a:pPr>
            <a:r>
              <a:rPr lang="en"/>
              <a:t>Milestone II: Database Population</a:t>
            </a:r>
            <a:endParaRPr/>
          </a:p>
        </p:txBody>
      </p:sp>
      <p:sp>
        <p:nvSpPr>
          <p:cNvPr id="143" name="Google Shape;143;p18"/>
          <p:cNvSpPr txBox="1"/>
          <p:nvPr>
            <p:ph idx="1" type="body"/>
          </p:nvPr>
        </p:nvSpPr>
        <p:spPr>
          <a:xfrm>
            <a:off x="828675" y="1200150"/>
            <a:ext cx="7486500" cy="3429000"/>
          </a:xfrm>
          <a:prstGeom prst="rect">
            <a:avLst/>
          </a:prstGeom>
        </p:spPr>
        <p:txBody>
          <a:bodyPr anchorCtr="0" anchor="t" bIns="34275" lIns="0" spcFirstLastPara="1" rIns="0" wrap="square" tIns="34275">
            <a:noAutofit/>
          </a:bodyPr>
          <a:lstStyle/>
          <a:p>
            <a:pPr indent="0" lvl="0" marL="0" rtl="0" algn="l">
              <a:spcBef>
                <a:spcPts val="1400"/>
              </a:spcBef>
              <a:spcAft>
                <a:spcPts val="0"/>
              </a:spcAft>
              <a:buNone/>
            </a:pPr>
            <a:r>
              <a:rPr lang="en"/>
              <a:t>In this milestone, you are required to write a web crawler to crawl the pages from the AqarExit website for all the properties listed, parse the HTML you crawled and extract the relevant fields for populating the non-user tables in your schema. Note that you may need to extract some of the fields from the text fields in the web pages.</a:t>
            </a:r>
            <a:endParaRPr/>
          </a:p>
          <a:p>
            <a:pPr indent="0" lvl="0" marL="0" rtl="0" algn="l">
              <a:spcBef>
                <a:spcPts val="1400"/>
              </a:spcBef>
              <a:spcAft>
                <a:spcPts val="0"/>
              </a:spcAft>
              <a:buNone/>
            </a:pPr>
            <a:r>
              <a:rPr lang="en"/>
              <a:t>At the end of this milestone, you should have all your non-user tables populated with the extracted data. For the user tables, use sample test information to populate the relevant tables.</a:t>
            </a:r>
            <a:endParaRPr/>
          </a:p>
          <a:p>
            <a:pPr indent="0" lvl="0" marL="0" rtl="0" algn="l">
              <a:spcBef>
                <a:spcPts val="1400"/>
              </a:spcBef>
              <a:spcAft>
                <a:spcPts val="0"/>
              </a:spcAft>
              <a:buNone/>
            </a:pPr>
            <a:r>
              <a:rPr lang="en"/>
              <a:t>Make sure to rate-limit requests (Cloudflare is present; aggressive scraping risks IP blocks).</a:t>
            </a:r>
            <a:endParaRPr/>
          </a:p>
          <a:p>
            <a:pPr indent="0" lvl="0" marL="0" rtl="0" algn="l">
              <a:spcBef>
                <a:spcPts val="1400"/>
              </a:spcBef>
              <a:spcAft>
                <a:spcPts val="0"/>
              </a:spcAft>
              <a:buNone/>
            </a:pPr>
            <a:r>
              <a:t/>
            </a:r>
            <a:endParaRPr/>
          </a:p>
          <a:p>
            <a:pPr indent="0" lvl="0" marL="0" rtl="0" algn="l">
              <a:spcBef>
                <a:spcPts val="14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txBox="1"/>
          <p:nvPr>
            <p:ph type="title"/>
          </p:nvPr>
        </p:nvSpPr>
        <p:spPr>
          <a:xfrm>
            <a:off x="828675" y="57150"/>
            <a:ext cx="7485600" cy="822600"/>
          </a:xfrm>
          <a:prstGeom prst="rect">
            <a:avLst/>
          </a:prstGeom>
        </p:spPr>
        <p:txBody>
          <a:bodyPr anchorCtr="0" anchor="b" bIns="34275" lIns="0" spcFirstLastPara="1" rIns="0" wrap="square" tIns="34275">
            <a:noAutofit/>
          </a:bodyPr>
          <a:lstStyle/>
          <a:p>
            <a:pPr indent="0" lvl="0" marL="0" rtl="0" algn="l">
              <a:spcBef>
                <a:spcPts val="0"/>
              </a:spcBef>
              <a:spcAft>
                <a:spcPts val="0"/>
              </a:spcAft>
              <a:buNone/>
            </a:pPr>
            <a:r>
              <a:rPr lang="en"/>
              <a:t>Milestone II: Web Crawling and Data Population </a:t>
            </a:r>
            <a:endParaRPr/>
          </a:p>
        </p:txBody>
      </p:sp>
      <p:sp>
        <p:nvSpPr>
          <p:cNvPr id="149" name="Google Shape;149;p19"/>
          <p:cNvSpPr txBox="1"/>
          <p:nvPr>
            <p:ph idx="1" type="body"/>
          </p:nvPr>
        </p:nvSpPr>
        <p:spPr>
          <a:xfrm>
            <a:off x="828675" y="1200150"/>
            <a:ext cx="7486500" cy="3429000"/>
          </a:xfrm>
          <a:prstGeom prst="rect">
            <a:avLst/>
          </a:prstGeom>
        </p:spPr>
        <p:txBody>
          <a:bodyPr anchorCtr="0" anchor="t" bIns="34275" lIns="0" spcFirstLastPara="1" rIns="0" wrap="square" tIns="34275">
            <a:noAutofit/>
          </a:bodyPr>
          <a:lstStyle/>
          <a:p>
            <a:pPr indent="0" lvl="0" marL="0" rtl="0" algn="l">
              <a:spcBef>
                <a:spcPts val="1400"/>
              </a:spcBef>
              <a:spcAft>
                <a:spcPts val="0"/>
              </a:spcAft>
              <a:buNone/>
            </a:pPr>
            <a:r>
              <a:rPr lang="en" u="sng"/>
              <a:t>Tools:</a:t>
            </a:r>
            <a:r>
              <a:rPr lang="en"/>
              <a:t> Scrappy, pycharm, BeautifulSoup, selenium, python (or any other crawler library / language)</a:t>
            </a:r>
            <a:br>
              <a:rPr lang="en"/>
            </a:br>
            <a:br>
              <a:rPr lang="en"/>
            </a:br>
            <a:r>
              <a:rPr lang="en" u="sng"/>
              <a:t>Deadline:</a:t>
            </a:r>
            <a:r>
              <a:rPr lang="en"/>
              <a:t> 31</a:t>
            </a:r>
            <a:r>
              <a:rPr baseline="30000" lang="en"/>
              <a:t>st</a:t>
            </a:r>
            <a:r>
              <a:rPr lang="en"/>
              <a:t> October, 2026</a:t>
            </a:r>
            <a:endParaRPr/>
          </a:p>
          <a:p>
            <a:pPr indent="0" lvl="0" marL="0" rtl="0" algn="l">
              <a:spcBef>
                <a:spcPts val="1400"/>
              </a:spcBef>
              <a:spcAft>
                <a:spcPts val="0"/>
              </a:spcAft>
              <a:buNone/>
            </a:pPr>
            <a:r>
              <a:rPr lang="en" u="sng"/>
              <a:t>Description:</a:t>
            </a:r>
            <a:br>
              <a:rPr lang="en" u="sng"/>
            </a:br>
            <a:r>
              <a:rPr lang="en"/>
              <a:t>In this milestone, you are required to implement your crawler, extract the data from the property finder website and populate your database</a:t>
            </a:r>
            <a:endParaRPr/>
          </a:p>
          <a:p>
            <a:pPr indent="0" lvl="0" marL="0" rtl="0" algn="l">
              <a:spcBef>
                <a:spcPts val="1400"/>
              </a:spcBef>
              <a:spcAft>
                <a:spcPts val="0"/>
              </a:spcAft>
              <a:buNone/>
            </a:pPr>
            <a:r>
              <a:rPr lang="en" u="sng"/>
              <a:t>Deliverables: (50 points)</a:t>
            </a:r>
            <a:endParaRPr u="sng"/>
          </a:p>
          <a:p>
            <a:pPr indent="-323850" lvl="0" marL="457200" rtl="0" algn="l">
              <a:spcBef>
                <a:spcPts val="1400"/>
              </a:spcBef>
              <a:spcAft>
                <a:spcPts val="0"/>
              </a:spcAft>
              <a:buSzPts val="1500"/>
              <a:buChar char="▪"/>
            </a:pPr>
            <a:r>
              <a:rPr lang="en"/>
              <a:t>Crawling script</a:t>
            </a:r>
            <a:endParaRPr/>
          </a:p>
          <a:p>
            <a:pPr indent="-323850" lvl="0" marL="457200" rtl="0" algn="l">
              <a:spcBef>
                <a:spcPts val="0"/>
              </a:spcBef>
              <a:spcAft>
                <a:spcPts val="0"/>
              </a:spcAft>
              <a:buSzPts val="1500"/>
              <a:buChar char="▪"/>
            </a:pPr>
            <a:r>
              <a:rPr lang="en"/>
              <a:t>Populated MySQL database dump</a:t>
            </a:r>
            <a:endParaRPr/>
          </a:p>
          <a:p>
            <a:pPr indent="-323850" lvl="0" marL="457200" rtl="0" algn="l">
              <a:spcBef>
                <a:spcPts val="0"/>
              </a:spcBef>
              <a:spcAft>
                <a:spcPts val="0"/>
              </a:spcAft>
              <a:buSzPts val="1500"/>
              <a:buChar char="▪"/>
            </a:pPr>
            <a:r>
              <a:rPr lang="en"/>
              <a:t>CSV files for the values in each table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type="title"/>
          </p:nvPr>
        </p:nvSpPr>
        <p:spPr>
          <a:xfrm>
            <a:off x="828675" y="57150"/>
            <a:ext cx="7485600" cy="822600"/>
          </a:xfrm>
          <a:prstGeom prst="rect">
            <a:avLst/>
          </a:prstGeom>
        </p:spPr>
        <p:txBody>
          <a:bodyPr anchorCtr="0" anchor="b" bIns="34275" lIns="0" spcFirstLastPara="1" rIns="0" wrap="square" tIns="34275">
            <a:noAutofit/>
          </a:bodyPr>
          <a:lstStyle/>
          <a:p>
            <a:pPr indent="0" lvl="0" marL="0" rtl="0" algn="l">
              <a:spcBef>
                <a:spcPts val="0"/>
              </a:spcBef>
              <a:spcAft>
                <a:spcPts val="0"/>
              </a:spcAft>
              <a:buNone/>
            </a:pPr>
            <a:r>
              <a:rPr lang="en"/>
              <a:t>Milestone III: Application Layer</a:t>
            </a:r>
            <a:endParaRPr/>
          </a:p>
        </p:txBody>
      </p:sp>
      <p:sp>
        <p:nvSpPr>
          <p:cNvPr id="155" name="Google Shape;155;p20"/>
          <p:cNvSpPr txBox="1"/>
          <p:nvPr>
            <p:ph idx="1" type="body"/>
          </p:nvPr>
        </p:nvSpPr>
        <p:spPr>
          <a:xfrm>
            <a:off x="165150" y="895350"/>
            <a:ext cx="8906700" cy="3429000"/>
          </a:xfrm>
          <a:prstGeom prst="rect">
            <a:avLst/>
          </a:prstGeom>
        </p:spPr>
        <p:txBody>
          <a:bodyPr anchorCtr="0" anchor="t" bIns="34275" lIns="0" spcFirstLastPara="1" rIns="0" wrap="square" tIns="34275">
            <a:noAutofit/>
          </a:bodyPr>
          <a:lstStyle/>
          <a:p>
            <a:pPr indent="0" lvl="0" marL="0" rtl="0" algn="l">
              <a:spcBef>
                <a:spcPts val="1400"/>
              </a:spcBef>
              <a:spcAft>
                <a:spcPts val="0"/>
              </a:spcAft>
              <a:buNone/>
            </a:pPr>
            <a:r>
              <a:rPr lang="en"/>
              <a:t>In the final milestone, you are required to design a client application that is capable of connecting to the database hosted on remote MySQL server. The application should have the following functionalities:</a:t>
            </a:r>
            <a:endParaRPr/>
          </a:p>
          <a:p>
            <a:pPr indent="-323850" lvl="0" marL="457200" rtl="0" algn="l">
              <a:spcBef>
                <a:spcPts val="1400"/>
              </a:spcBef>
              <a:spcAft>
                <a:spcPts val="0"/>
              </a:spcAft>
              <a:buSzPts val="1500"/>
              <a:buChar char="▪"/>
            </a:pPr>
            <a:r>
              <a:rPr lang="en"/>
              <a:t>Register a user</a:t>
            </a:r>
            <a:endParaRPr/>
          </a:p>
          <a:p>
            <a:pPr indent="-323850" lvl="0" marL="457200" rtl="0" algn="l">
              <a:spcBef>
                <a:spcPts val="0"/>
              </a:spcBef>
              <a:spcAft>
                <a:spcPts val="0"/>
              </a:spcAft>
              <a:buSzPts val="1500"/>
              <a:buChar char="▪"/>
            </a:pPr>
            <a:r>
              <a:rPr lang="en"/>
              <a:t>Add a new user review on a project</a:t>
            </a:r>
            <a:endParaRPr/>
          </a:p>
          <a:p>
            <a:pPr indent="-323850" lvl="0" marL="457200" rtl="0" algn="l">
              <a:spcBef>
                <a:spcPts val="0"/>
              </a:spcBef>
              <a:spcAft>
                <a:spcPts val="0"/>
              </a:spcAft>
              <a:buSzPts val="1500"/>
              <a:buChar char="▪"/>
            </a:pPr>
            <a:r>
              <a:rPr lang="en"/>
              <a:t>View existing reviews of a project</a:t>
            </a:r>
            <a:endParaRPr/>
          </a:p>
          <a:p>
            <a:pPr indent="-323850" lvl="0" marL="457200" rtl="0" algn="l">
              <a:spcBef>
                <a:spcPts val="0"/>
              </a:spcBef>
              <a:spcAft>
                <a:spcPts val="0"/>
              </a:spcAft>
              <a:buSzPts val="1500"/>
              <a:buChar char="▪"/>
            </a:pPr>
            <a:r>
              <a:rPr lang="en"/>
              <a:t>Show the top 10 projects with highest resale inventory, resale amount, and highest gain over market value by property type</a:t>
            </a:r>
            <a:endParaRPr/>
          </a:p>
          <a:p>
            <a:pPr indent="-323850" lvl="0" marL="457200" rtl="0" algn="l">
              <a:spcBef>
                <a:spcPts val="0"/>
              </a:spcBef>
              <a:spcAft>
                <a:spcPts val="0"/>
              </a:spcAft>
              <a:buSzPts val="1500"/>
              <a:buChar char="▪"/>
            </a:pPr>
            <a:r>
              <a:rPr lang="en"/>
              <a:t>Show </a:t>
            </a:r>
            <a:r>
              <a:rPr lang="en"/>
              <a:t>the location of a given development,</a:t>
            </a:r>
            <a:r>
              <a:rPr lang="en"/>
              <a:t> along with the average price / sqm and the number of listings for each unit type</a:t>
            </a:r>
            <a:endParaRPr/>
          </a:p>
          <a:p>
            <a:pPr indent="-323850" lvl="0" marL="457200" rtl="0" algn="l">
              <a:spcBef>
                <a:spcPts val="0"/>
              </a:spcBef>
              <a:spcAft>
                <a:spcPts val="0"/>
              </a:spcAft>
              <a:buSzPts val="1500"/>
              <a:buChar char="▪"/>
            </a:pPr>
            <a:r>
              <a:rPr lang="en"/>
              <a:t>Show all the properties of in a certain area, along with the average price / sqm for each unit type</a:t>
            </a:r>
            <a:endParaRPr/>
          </a:p>
          <a:p>
            <a:pPr indent="-323850" lvl="0" marL="457200" rtl="0" algn="l">
              <a:spcBef>
                <a:spcPts val="0"/>
              </a:spcBef>
              <a:spcAft>
                <a:spcPts val="0"/>
              </a:spcAft>
              <a:buSzPts val="1500"/>
              <a:buChar char="▪"/>
            </a:pPr>
            <a:r>
              <a:rPr lang="en"/>
              <a:t>Show all the properties in a certain area in a given price range, with a given set of amenities </a:t>
            </a:r>
            <a:endParaRPr/>
          </a:p>
          <a:p>
            <a:pPr indent="-323850" lvl="0" marL="457200" rtl="0" algn="l">
              <a:spcBef>
                <a:spcPts val="0"/>
              </a:spcBef>
              <a:spcAft>
                <a:spcPts val="0"/>
              </a:spcAft>
              <a:buSzPts val="1500"/>
              <a:buChar char="▪"/>
            </a:pPr>
            <a:r>
              <a:rPr lang="en"/>
              <a:t>Show the top 5 developers by the amount of resale listing they have, along with their avg price / sqm, avg. required down payment, and gain over market value</a:t>
            </a:r>
            <a:endParaRPr/>
          </a:p>
          <a:p>
            <a:pPr indent="-323850" lvl="0" marL="457200" rtl="0" algn="l">
              <a:spcBef>
                <a:spcPts val="0"/>
              </a:spcBef>
              <a:spcAft>
                <a:spcPts val="0"/>
              </a:spcAft>
              <a:buSzPts val="1500"/>
              <a:buChar char="▪"/>
            </a:pPr>
            <a:r>
              <a:rPr lang="en"/>
              <a:t>Show all the properties by area, property type, and contract year</a:t>
            </a:r>
            <a:endParaRPr/>
          </a:p>
          <a:p>
            <a:pPr indent="-323850" lvl="0" marL="457200" rtl="0" algn="l">
              <a:spcBef>
                <a:spcPts val="0"/>
              </a:spcBef>
              <a:spcAft>
                <a:spcPts val="0"/>
              </a:spcAft>
              <a:buSzPts val="1500"/>
              <a:buChar char="▪"/>
            </a:pPr>
            <a:r>
              <a:rPr lang="en"/>
              <a:t>Show the average installment price, avg down payment, number of properties, avg discount over market price, avg age of contract year, and avg market price by area and development project.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1"/>
          <p:cNvSpPr txBox="1"/>
          <p:nvPr>
            <p:ph type="title"/>
          </p:nvPr>
        </p:nvSpPr>
        <p:spPr>
          <a:xfrm>
            <a:off x="828675" y="57150"/>
            <a:ext cx="7485600" cy="822600"/>
          </a:xfrm>
          <a:prstGeom prst="rect">
            <a:avLst/>
          </a:prstGeom>
        </p:spPr>
        <p:txBody>
          <a:bodyPr anchorCtr="0" anchor="b" bIns="34275" lIns="0" spcFirstLastPara="1" rIns="0" wrap="square" tIns="34275">
            <a:noAutofit/>
          </a:bodyPr>
          <a:lstStyle/>
          <a:p>
            <a:pPr indent="0" lvl="0" marL="0" rtl="0" algn="l">
              <a:spcBef>
                <a:spcPts val="0"/>
              </a:spcBef>
              <a:spcAft>
                <a:spcPts val="0"/>
              </a:spcAft>
              <a:buNone/>
            </a:pPr>
            <a:r>
              <a:rPr lang="en"/>
              <a:t>Milestone III: Application Layer</a:t>
            </a:r>
            <a:endParaRPr/>
          </a:p>
        </p:txBody>
      </p:sp>
      <p:sp>
        <p:nvSpPr>
          <p:cNvPr id="161" name="Google Shape;161;p21"/>
          <p:cNvSpPr txBox="1"/>
          <p:nvPr>
            <p:ph idx="1" type="body"/>
          </p:nvPr>
        </p:nvSpPr>
        <p:spPr>
          <a:xfrm>
            <a:off x="828675" y="895350"/>
            <a:ext cx="7486500" cy="3429000"/>
          </a:xfrm>
          <a:prstGeom prst="rect">
            <a:avLst/>
          </a:prstGeom>
        </p:spPr>
        <p:txBody>
          <a:bodyPr anchorCtr="0" anchor="t" bIns="34275" lIns="0" spcFirstLastPara="1" rIns="0" wrap="square" tIns="34275">
            <a:noAutofit/>
          </a:bodyPr>
          <a:lstStyle/>
          <a:p>
            <a:pPr indent="0" lvl="0" marL="0" rtl="0" algn="l">
              <a:spcBef>
                <a:spcPts val="1400"/>
              </a:spcBef>
              <a:spcAft>
                <a:spcPts val="0"/>
              </a:spcAft>
              <a:buNone/>
            </a:pPr>
            <a:r>
              <a:rPr lang="en" u="sng"/>
              <a:t>Tools:</a:t>
            </a:r>
            <a:r>
              <a:rPr lang="en"/>
              <a:t> Any language / platform to implement your application (Web-based, GUI, command-line are all acceptable)</a:t>
            </a:r>
            <a:br>
              <a:rPr lang="en"/>
            </a:br>
            <a:br>
              <a:rPr lang="en"/>
            </a:br>
            <a:r>
              <a:rPr lang="en" u="sng"/>
              <a:t>Deadline:</a:t>
            </a:r>
            <a:r>
              <a:rPr lang="en"/>
              <a:t> 14</a:t>
            </a:r>
            <a:r>
              <a:rPr baseline="30000" lang="en"/>
              <a:t>th</a:t>
            </a:r>
            <a:r>
              <a:rPr lang="en"/>
              <a:t> November, 2026</a:t>
            </a:r>
            <a:endParaRPr/>
          </a:p>
          <a:p>
            <a:pPr indent="0" lvl="0" marL="0" rtl="0" algn="l">
              <a:spcBef>
                <a:spcPts val="1400"/>
              </a:spcBef>
              <a:spcAft>
                <a:spcPts val="0"/>
              </a:spcAft>
              <a:buNone/>
            </a:pPr>
            <a:r>
              <a:rPr lang="en" u="sng"/>
              <a:t>Description:</a:t>
            </a:r>
            <a:br>
              <a:rPr lang="en" u="sng"/>
            </a:br>
            <a:r>
              <a:rPr lang="en"/>
              <a:t>In this milestone, you are required to implement an application to perform various transactions / queries on your backend database system. The database has to be hosted on an actual server (you can use any of the free DB hosting services available (e.g. </a:t>
            </a:r>
            <a:r>
              <a:rPr lang="en" u="sng">
                <a:solidFill>
                  <a:schemeClr val="hlink"/>
                </a:solidFill>
                <a:hlinkClick r:id="rId3"/>
              </a:rPr>
              <a:t>www.db4free.net</a:t>
            </a:r>
            <a:r>
              <a:rPr lang="en"/>
              <a:t>)) and make sure your application is communicating with this service not the localhost</a:t>
            </a:r>
            <a:endParaRPr/>
          </a:p>
          <a:p>
            <a:pPr indent="0" lvl="0" marL="0" rtl="0" algn="l">
              <a:spcBef>
                <a:spcPts val="1400"/>
              </a:spcBef>
              <a:spcAft>
                <a:spcPts val="0"/>
              </a:spcAft>
              <a:buNone/>
            </a:pPr>
            <a:r>
              <a:rPr lang="en" u="sng"/>
              <a:t>Deliverables: (30 points + 5 bonus points for GUI/Web-based apps)</a:t>
            </a:r>
            <a:endParaRPr u="sng"/>
          </a:p>
          <a:p>
            <a:pPr indent="-323850" lvl="0" marL="457200" rtl="0" algn="l">
              <a:spcBef>
                <a:spcPts val="1400"/>
              </a:spcBef>
              <a:spcAft>
                <a:spcPts val="0"/>
              </a:spcAft>
              <a:buSzPts val="1500"/>
              <a:buChar char="▪"/>
            </a:pPr>
            <a:r>
              <a:rPr lang="en"/>
              <a:t>Application Implementation / Source Code + Executable</a:t>
            </a:r>
            <a:endParaRPr/>
          </a:p>
          <a:p>
            <a:pPr indent="-323850" lvl="0" marL="457200" rtl="0" algn="l">
              <a:spcBef>
                <a:spcPts val="0"/>
              </a:spcBef>
              <a:spcAft>
                <a:spcPts val="0"/>
              </a:spcAft>
              <a:buSzPts val="1500"/>
              <a:buChar char="▪"/>
            </a:pPr>
            <a:r>
              <a:rPr lang="en"/>
              <a:t>Latest Dump of your database</a:t>
            </a:r>
            <a:endParaRPr/>
          </a:p>
          <a:p>
            <a:pPr indent="-323850" lvl="0" marL="457200" rtl="0" algn="l">
              <a:spcBef>
                <a:spcPts val="0"/>
              </a:spcBef>
              <a:spcAft>
                <a:spcPts val="0"/>
              </a:spcAft>
              <a:buSzPts val="1500"/>
              <a:buChar char="▪"/>
            </a:pPr>
            <a:r>
              <a:rPr lang="en"/>
              <a:t>Demo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